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9" r:id="rId3"/>
    <p:sldId id="292" r:id="rId5"/>
    <p:sldId id="293" r:id="rId6"/>
    <p:sldId id="294" r:id="rId7"/>
    <p:sldId id="296" r:id="rId8"/>
    <p:sldId id="298" r:id="rId9"/>
    <p:sldId id="297" r:id="rId10"/>
    <p:sldId id="275" r:id="rId11"/>
    <p:sldId id="291" r:id="rId12"/>
    <p:sldId id="263" r:id="rId13"/>
    <p:sldId id="264" r:id="rId14"/>
    <p:sldId id="265" r:id="rId15"/>
    <p:sldId id="309" r:id="rId16"/>
    <p:sldId id="266" r:id="rId17"/>
    <p:sldId id="31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CED798-24A6-4160-A4DF-B0E5BB8236C2}" type="doc">
      <dgm:prSet loTypeId="list" loCatId="list" qsTypeId="urn:microsoft.com/office/officeart/2005/8/quickstyle/simple2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91F5AF42-2E8E-47F5-BC8E-D4C7FA9FA290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>Improved Diagnostic Accuracy</a:t>
          </a: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/>
          </a:r>
          <a:endParaRPr lang="en-US" sz="2000">
            <a:latin typeface="Comic Sans MS" panose="030F0702030302020204" charset="0"/>
            <a:cs typeface="Comic Sans MS" panose="030F0702030302020204" charset="0"/>
          </a:endParaRPr>
        </a:p>
      </dgm:t>
    </dgm:pt>
    <dgm:pt modelId="{3A37C892-50B7-47F1-86AA-3FDF5EB4EE9B}" cxnId="{9ED6B7DD-9806-48AD-B9D4-F0B1707E75EF}" type="parTrans">
      <dgm:prSet/>
      <dgm:spPr/>
      <dgm:t>
        <a:bodyPr/>
        <a:p>
          <a:endParaRPr lang="en-US"/>
        </a:p>
      </dgm:t>
    </dgm:pt>
    <dgm:pt modelId="{63B1AD43-9D20-4050-A552-EF02B5A2392B}" cxnId="{9ED6B7DD-9806-48AD-B9D4-F0B1707E75EF}" type="sibTrans">
      <dgm:prSet/>
      <dgm:spPr/>
      <dgm:t>
        <a:bodyPr/>
        <a:p>
          <a:endParaRPr lang="en-US"/>
        </a:p>
      </dgm:t>
    </dgm:pt>
    <dgm:pt modelId="{280D5902-A14D-4C39-A125-DEF43C7815E8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>Early Detection and Diagnosis</a:t>
          </a: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/>
          </a:r>
          <a:endParaRPr lang="en-US" sz="2000">
            <a:latin typeface="Comic Sans MS" panose="030F0702030302020204" charset="0"/>
            <a:cs typeface="Comic Sans MS" panose="030F0702030302020204" charset="0"/>
          </a:endParaRPr>
        </a:p>
      </dgm:t>
    </dgm:pt>
    <dgm:pt modelId="{0BF6BCDE-F41A-4644-928D-D095CDC58CED}" cxnId="{BF733040-5DFC-4A0A-A6DC-5A101DA2186A}" type="parTrans">
      <dgm:prSet/>
      <dgm:spPr/>
      <dgm:t>
        <a:bodyPr/>
        <a:p>
          <a:endParaRPr lang="en-US"/>
        </a:p>
      </dgm:t>
    </dgm:pt>
    <dgm:pt modelId="{CC55538B-3B09-4E9F-877D-7D4FB05A20D8}" cxnId="{BF733040-5DFC-4A0A-A6DC-5A101DA2186A}" type="sibTrans">
      <dgm:prSet/>
      <dgm:spPr/>
      <dgm:t>
        <a:bodyPr/>
        <a:p>
          <a:endParaRPr lang="en-US"/>
        </a:p>
      </dgm:t>
    </dgm:pt>
    <dgm:pt modelId="{36E5B5FE-7A44-47A1-8F92-B088257A2152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>Efficiency and Speed in Processing</a:t>
          </a: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/>
          </a:r>
          <a:endParaRPr lang="en-US" sz="2000">
            <a:latin typeface="Comic Sans MS" panose="030F0702030302020204" charset="0"/>
            <a:cs typeface="Comic Sans MS" panose="030F0702030302020204" charset="0"/>
          </a:endParaRPr>
        </a:p>
      </dgm:t>
    </dgm:pt>
    <dgm:pt modelId="{7926F024-4AEC-4671-BBB1-3CE0B2112B8B}" cxnId="{963B8F0A-21CC-4DDF-A6E7-581C639ADA35}" type="parTrans">
      <dgm:prSet/>
      <dgm:spPr/>
      <dgm:t>
        <a:bodyPr/>
        <a:p>
          <a:endParaRPr lang="en-US"/>
        </a:p>
      </dgm:t>
    </dgm:pt>
    <dgm:pt modelId="{BC0418CD-7831-4545-B1D9-93D351CF53C3}" cxnId="{963B8F0A-21CC-4DDF-A6E7-581C639ADA35}" type="sibTrans">
      <dgm:prSet/>
      <dgm:spPr/>
      <dgm:t>
        <a:bodyPr/>
        <a:p>
          <a:endParaRPr lang="en-US"/>
        </a:p>
      </dgm:t>
    </dgm:pt>
    <dgm:pt modelId="{0C7D3D51-F412-476C-9C1C-D9011C5FB7E6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>Reduction in Healthcare Costs</a:t>
          </a: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/>
          </a:r>
          <a:endParaRPr lang="en-US" sz="2000">
            <a:latin typeface="Comic Sans MS" panose="030F0702030302020204" charset="0"/>
            <a:cs typeface="Comic Sans MS" panose="030F0702030302020204" charset="0"/>
          </a:endParaRPr>
        </a:p>
      </dgm:t>
    </dgm:pt>
    <dgm:pt modelId="{400E46CD-A113-4830-88F5-A1B2F4D84554}" cxnId="{EBFABAC9-6273-4D3B-A0CC-7F18B3DCC3A5}" type="parTrans">
      <dgm:prSet/>
      <dgm:spPr/>
      <dgm:t>
        <a:bodyPr/>
        <a:p>
          <a:endParaRPr lang="en-US"/>
        </a:p>
      </dgm:t>
    </dgm:pt>
    <dgm:pt modelId="{F5A1DABB-6DD6-47EE-99A8-4582EBF4C827}" cxnId="{EBFABAC9-6273-4D3B-A0CC-7F18B3DCC3A5}" type="sibTrans">
      <dgm:prSet/>
      <dgm:spPr/>
      <dgm:t>
        <a:bodyPr/>
        <a:p>
          <a:endParaRPr lang="en-US"/>
        </a:p>
      </dgm:t>
    </dgm:pt>
    <dgm:pt modelId="{D82838E6-C31C-4EBD-B58C-0C991331B678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> Support for Personalized Treatment Plans</a:t>
          </a: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/>
          </a:r>
          <a:endParaRPr lang="en-US" sz="2000">
            <a:latin typeface="Comic Sans MS" panose="030F0702030302020204" charset="0"/>
            <a:cs typeface="Comic Sans MS" panose="030F0702030302020204" charset="0"/>
          </a:endParaRPr>
        </a:p>
      </dgm:t>
    </dgm:pt>
    <dgm:pt modelId="{DC284D5C-B7A8-4E26-BDF6-E69402B2873F}" cxnId="{92738058-A6EE-4165-A330-81E979515527}" type="parTrans">
      <dgm:prSet/>
      <dgm:spPr/>
      <dgm:t>
        <a:bodyPr/>
        <a:p>
          <a:endParaRPr lang="en-US"/>
        </a:p>
      </dgm:t>
    </dgm:pt>
    <dgm:pt modelId="{74B5F767-2303-4D5A-8FD7-570D52523413}" cxnId="{92738058-A6EE-4165-A330-81E979515527}" type="sibTrans">
      <dgm:prSet/>
      <dgm:spPr/>
      <dgm:t>
        <a:bodyPr/>
        <a:p>
          <a:endParaRPr lang="en-US"/>
        </a:p>
      </dgm:t>
    </dgm:pt>
    <dgm:pt modelId="{906887FB-01DE-46E1-9312-97F8DF38EE6D}" type="pres">
      <dgm:prSet presAssocID="{98CED798-24A6-4160-A4DF-B0E5BB8236C2}" presName="diagram" presStyleCnt="0">
        <dgm:presLayoutVars>
          <dgm:dir/>
          <dgm:resizeHandles val="exact"/>
        </dgm:presLayoutVars>
      </dgm:prSet>
      <dgm:spPr/>
    </dgm:pt>
    <dgm:pt modelId="{8EA24BC0-0B8D-42E9-A25F-7CA5AD90CCA1}" type="pres">
      <dgm:prSet presAssocID="{91F5AF42-2E8E-47F5-BC8E-D4C7FA9FA290}" presName="node" presStyleLbl="node1" presStyleIdx="0" presStyleCnt="5">
        <dgm:presLayoutVars>
          <dgm:bulletEnabled val="1"/>
        </dgm:presLayoutVars>
      </dgm:prSet>
      <dgm:spPr/>
    </dgm:pt>
    <dgm:pt modelId="{6C2FC485-DEBF-4CB8-855D-A9838793F3F3}" type="pres">
      <dgm:prSet presAssocID="{63B1AD43-9D20-4050-A552-EF02B5A2392B}" presName="sibTrans" presStyleCnt="0"/>
      <dgm:spPr/>
    </dgm:pt>
    <dgm:pt modelId="{A3974D1E-D32E-47DA-BFE3-BD66226FC69C}" type="pres">
      <dgm:prSet presAssocID="{280D5902-A14D-4C39-A125-DEF43C7815E8}" presName="node" presStyleLbl="node1" presStyleIdx="1" presStyleCnt="5">
        <dgm:presLayoutVars>
          <dgm:bulletEnabled val="1"/>
        </dgm:presLayoutVars>
      </dgm:prSet>
      <dgm:spPr/>
    </dgm:pt>
    <dgm:pt modelId="{2F2E690F-0370-4CE7-99EA-691838C9081B}" type="pres">
      <dgm:prSet presAssocID="{CC55538B-3B09-4E9F-877D-7D4FB05A20D8}" presName="sibTrans" presStyleCnt="0"/>
      <dgm:spPr/>
    </dgm:pt>
    <dgm:pt modelId="{D62CCB3D-C0B5-4702-B0E7-2BCC3AC6BED6}" type="pres">
      <dgm:prSet presAssocID="{36E5B5FE-7A44-47A1-8F92-B088257A2152}" presName="node" presStyleLbl="node1" presStyleIdx="2" presStyleCnt="5">
        <dgm:presLayoutVars>
          <dgm:bulletEnabled val="1"/>
        </dgm:presLayoutVars>
      </dgm:prSet>
      <dgm:spPr/>
    </dgm:pt>
    <dgm:pt modelId="{41E36F34-9D51-413F-8CB8-323CFB9F70DD}" type="pres">
      <dgm:prSet presAssocID="{BC0418CD-7831-4545-B1D9-93D351CF53C3}" presName="sibTrans" presStyleCnt="0"/>
      <dgm:spPr/>
    </dgm:pt>
    <dgm:pt modelId="{65DCAB72-4323-4909-83B5-EA97756B63D0}" type="pres">
      <dgm:prSet presAssocID="{0C7D3D51-F412-476C-9C1C-D9011C5FB7E6}" presName="node" presStyleLbl="node1" presStyleIdx="3" presStyleCnt="5" custLinFactNeighborY="25427">
        <dgm:presLayoutVars>
          <dgm:bulletEnabled val="1"/>
        </dgm:presLayoutVars>
      </dgm:prSet>
      <dgm:spPr/>
    </dgm:pt>
    <dgm:pt modelId="{B95B399B-B4B9-4137-9378-9EB29B8F4BD6}" type="pres">
      <dgm:prSet presAssocID="{F5A1DABB-6DD6-47EE-99A8-4582EBF4C827}" presName="sibTrans" presStyleCnt="0"/>
      <dgm:spPr/>
    </dgm:pt>
    <dgm:pt modelId="{52FDF2A5-21FC-4943-A856-33657F608538}" type="pres">
      <dgm:prSet presAssocID="{D82838E6-C31C-4EBD-B58C-0C991331B678}" presName="node" presStyleLbl="node1" presStyleIdx="4" presStyleCnt="5" custLinFactNeighborY="24886">
        <dgm:presLayoutVars>
          <dgm:bulletEnabled val="1"/>
        </dgm:presLayoutVars>
      </dgm:prSet>
      <dgm:spPr/>
    </dgm:pt>
  </dgm:ptLst>
  <dgm:cxnLst>
    <dgm:cxn modelId="{9ED6B7DD-9806-48AD-B9D4-F0B1707E75EF}" srcId="{98CED798-24A6-4160-A4DF-B0E5BB8236C2}" destId="{91F5AF42-2E8E-47F5-BC8E-D4C7FA9FA290}" srcOrd="0" destOrd="0" parTransId="{3A37C892-50B7-47F1-86AA-3FDF5EB4EE9B}" sibTransId="{63B1AD43-9D20-4050-A552-EF02B5A2392B}"/>
    <dgm:cxn modelId="{BF733040-5DFC-4A0A-A6DC-5A101DA2186A}" srcId="{98CED798-24A6-4160-A4DF-B0E5BB8236C2}" destId="{280D5902-A14D-4C39-A125-DEF43C7815E8}" srcOrd="1" destOrd="0" parTransId="{0BF6BCDE-F41A-4644-928D-D095CDC58CED}" sibTransId="{CC55538B-3B09-4E9F-877D-7D4FB05A20D8}"/>
    <dgm:cxn modelId="{963B8F0A-21CC-4DDF-A6E7-581C639ADA35}" srcId="{98CED798-24A6-4160-A4DF-B0E5BB8236C2}" destId="{36E5B5FE-7A44-47A1-8F92-B088257A2152}" srcOrd="2" destOrd="0" parTransId="{7926F024-4AEC-4671-BBB1-3CE0B2112B8B}" sibTransId="{BC0418CD-7831-4545-B1D9-93D351CF53C3}"/>
    <dgm:cxn modelId="{EBFABAC9-6273-4D3B-A0CC-7F18B3DCC3A5}" srcId="{98CED798-24A6-4160-A4DF-B0E5BB8236C2}" destId="{0C7D3D51-F412-476C-9C1C-D9011C5FB7E6}" srcOrd="3" destOrd="0" parTransId="{400E46CD-A113-4830-88F5-A1B2F4D84554}" sibTransId="{F5A1DABB-6DD6-47EE-99A8-4582EBF4C827}"/>
    <dgm:cxn modelId="{92738058-A6EE-4165-A330-81E979515527}" srcId="{98CED798-24A6-4160-A4DF-B0E5BB8236C2}" destId="{D82838E6-C31C-4EBD-B58C-0C991331B678}" srcOrd="4" destOrd="0" parTransId="{DC284D5C-B7A8-4E26-BDF6-E69402B2873F}" sibTransId="{74B5F767-2303-4D5A-8FD7-570D52523413}"/>
    <dgm:cxn modelId="{2BF6218F-8BEC-4593-98D2-D419B482F230}" type="presOf" srcId="{98CED798-24A6-4160-A4DF-B0E5BB8236C2}" destId="{906887FB-01DE-46E1-9312-97F8DF38EE6D}" srcOrd="0" destOrd="0" presId="urn:microsoft.com/office/officeart/2005/8/layout/default"/>
    <dgm:cxn modelId="{C5C7B7CE-E3CF-4ABF-90EB-347E194F5DEA}" type="presParOf" srcId="{906887FB-01DE-46E1-9312-97F8DF38EE6D}" destId="{8EA24BC0-0B8D-42E9-A25F-7CA5AD90CCA1}" srcOrd="0" destOrd="0" presId="urn:microsoft.com/office/officeart/2005/8/layout/default"/>
    <dgm:cxn modelId="{45EC6B96-1B6C-4F81-8DF4-B479520B3F12}" type="presOf" srcId="{91F5AF42-2E8E-47F5-BC8E-D4C7FA9FA290}" destId="{8EA24BC0-0B8D-42E9-A25F-7CA5AD90CCA1}" srcOrd="0" destOrd="0" presId="urn:microsoft.com/office/officeart/2005/8/layout/default"/>
    <dgm:cxn modelId="{1A4DFCFC-1BE2-4B63-875E-5E252859915A}" type="presParOf" srcId="{906887FB-01DE-46E1-9312-97F8DF38EE6D}" destId="{6C2FC485-DEBF-4CB8-855D-A9838793F3F3}" srcOrd="1" destOrd="0" presId="urn:microsoft.com/office/officeart/2005/8/layout/default"/>
    <dgm:cxn modelId="{CDE81E20-D039-4DD1-BF34-0FE057FE140D}" type="presParOf" srcId="{906887FB-01DE-46E1-9312-97F8DF38EE6D}" destId="{A3974D1E-D32E-47DA-BFE3-BD66226FC69C}" srcOrd="2" destOrd="0" presId="urn:microsoft.com/office/officeart/2005/8/layout/default"/>
    <dgm:cxn modelId="{0D78E8F4-872E-4F32-9A0A-E10F3AA2A0ED}" type="presOf" srcId="{280D5902-A14D-4C39-A125-DEF43C7815E8}" destId="{A3974D1E-D32E-47DA-BFE3-BD66226FC69C}" srcOrd="0" destOrd="0" presId="urn:microsoft.com/office/officeart/2005/8/layout/default"/>
    <dgm:cxn modelId="{9D6136AD-FF71-4D40-A9B8-E2D7D9307224}" type="presParOf" srcId="{906887FB-01DE-46E1-9312-97F8DF38EE6D}" destId="{2F2E690F-0370-4CE7-99EA-691838C9081B}" srcOrd="3" destOrd="0" presId="urn:microsoft.com/office/officeart/2005/8/layout/default"/>
    <dgm:cxn modelId="{E320B715-5F3D-4658-B246-9D60E0382D51}" type="presParOf" srcId="{906887FB-01DE-46E1-9312-97F8DF38EE6D}" destId="{D62CCB3D-C0B5-4702-B0E7-2BCC3AC6BED6}" srcOrd="4" destOrd="0" presId="urn:microsoft.com/office/officeart/2005/8/layout/default"/>
    <dgm:cxn modelId="{4EF6B40A-E69D-4175-B7C6-40B64A270B07}" type="presOf" srcId="{36E5B5FE-7A44-47A1-8F92-B088257A2152}" destId="{D62CCB3D-C0B5-4702-B0E7-2BCC3AC6BED6}" srcOrd="0" destOrd="0" presId="urn:microsoft.com/office/officeart/2005/8/layout/default"/>
    <dgm:cxn modelId="{318DE169-2B4B-4C57-8E89-13EA35BE1B58}" type="presParOf" srcId="{906887FB-01DE-46E1-9312-97F8DF38EE6D}" destId="{41E36F34-9D51-413F-8CB8-323CFB9F70DD}" srcOrd="5" destOrd="0" presId="urn:microsoft.com/office/officeart/2005/8/layout/default"/>
    <dgm:cxn modelId="{7740343D-82FC-4298-8F6F-A0BF69B62EDA}" type="presParOf" srcId="{906887FB-01DE-46E1-9312-97F8DF38EE6D}" destId="{65DCAB72-4323-4909-83B5-EA97756B63D0}" srcOrd="6" destOrd="0" presId="urn:microsoft.com/office/officeart/2005/8/layout/default"/>
    <dgm:cxn modelId="{0F0699A7-A407-44B0-BDDC-D9C2C6DC2FE2}" type="presOf" srcId="{0C7D3D51-F412-476C-9C1C-D9011C5FB7E6}" destId="{65DCAB72-4323-4909-83B5-EA97756B63D0}" srcOrd="0" destOrd="0" presId="urn:microsoft.com/office/officeart/2005/8/layout/default"/>
    <dgm:cxn modelId="{7386DD42-1C36-462F-A524-63B27110E8A1}" type="presParOf" srcId="{906887FB-01DE-46E1-9312-97F8DF38EE6D}" destId="{B95B399B-B4B9-4137-9378-9EB29B8F4BD6}" srcOrd="7" destOrd="0" presId="urn:microsoft.com/office/officeart/2005/8/layout/default"/>
    <dgm:cxn modelId="{D5FF5933-7277-4FFE-A42C-C4FB8EA981B7}" type="presParOf" srcId="{906887FB-01DE-46E1-9312-97F8DF38EE6D}" destId="{52FDF2A5-21FC-4943-A856-33657F608538}" srcOrd="8" destOrd="0" presId="urn:microsoft.com/office/officeart/2005/8/layout/default"/>
    <dgm:cxn modelId="{B22FC2EC-79D0-4F52-893A-E739D9AA32C4}" type="presOf" srcId="{D82838E6-C31C-4EBD-B58C-0C991331B678}" destId="{52FDF2A5-21FC-4943-A856-33657F60853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128000" cy="4586605"/>
        <a:chOff x="0" y="0"/>
        <a:chExt cx="8128000" cy="4586605"/>
      </a:xfrm>
    </dsp:grpSpPr>
    <dsp:sp modelId="{8EA24BC0-0B8D-42E9-A25F-7CA5AD90CCA1}">
      <dsp:nvSpPr>
        <dsp:cNvPr id="3" name="Rectangles 2"/>
        <dsp:cNvSpPr/>
      </dsp:nvSpPr>
      <dsp:spPr bwMode="white">
        <a:xfrm>
          <a:off x="-25" y="642290"/>
          <a:ext cx="2540023" cy="1524014"/>
        </a:xfrm>
        <a:prstGeom prst="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>Improved Diagnostic Accuracy</a:t>
          </a:r>
          <a:endParaRPr lang="en-US" sz="2000">
            <a:latin typeface="Comic Sans MS" panose="030F0702030302020204" charset="0"/>
            <a:cs typeface="Comic Sans MS" panose="030F0702030302020204" charset="0"/>
          </a:endParaRPr>
        </a:p>
      </dsp:txBody>
      <dsp:txXfrm>
        <a:off x="-25" y="642290"/>
        <a:ext cx="2540023" cy="1524014"/>
      </dsp:txXfrm>
    </dsp:sp>
    <dsp:sp modelId="{A3974D1E-D32E-47DA-BFE3-BD66226FC69C}">
      <dsp:nvSpPr>
        <dsp:cNvPr id="4" name="Rectangles 3"/>
        <dsp:cNvSpPr/>
      </dsp:nvSpPr>
      <dsp:spPr bwMode="white">
        <a:xfrm>
          <a:off x="2794001" y="642290"/>
          <a:ext cx="2540023" cy="1524014"/>
        </a:xfrm>
        <a:prstGeom prst="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>Early Detection and Diagnosis</a:t>
          </a:r>
          <a:endParaRPr lang="en-US" sz="2000">
            <a:latin typeface="Comic Sans MS" panose="030F0702030302020204" charset="0"/>
            <a:cs typeface="Comic Sans MS" panose="030F0702030302020204" charset="0"/>
          </a:endParaRPr>
        </a:p>
      </dsp:txBody>
      <dsp:txXfrm>
        <a:off x="2794001" y="642290"/>
        <a:ext cx="2540023" cy="1524014"/>
      </dsp:txXfrm>
    </dsp:sp>
    <dsp:sp modelId="{D62CCB3D-C0B5-4702-B0E7-2BCC3AC6BED6}">
      <dsp:nvSpPr>
        <dsp:cNvPr id="5" name="Rectangles 4"/>
        <dsp:cNvSpPr/>
      </dsp:nvSpPr>
      <dsp:spPr bwMode="white">
        <a:xfrm>
          <a:off x="5588026" y="642290"/>
          <a:ext cx="2540023" cy="1524014"/>
        </a:xfrm>
        <a:prstGeom prst="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>Efficiency and Speed in Processing</a:t>
          </a:r>
          <a:endParaRPr lang="en-US" sz="2000">
            <a:latin typeface="Comic Sans MS" panose="030F0702030302020204" charset="0"/>
            <a:cs typeface="Comic Sans MS" panose="030F0702030302020204" charset="0"/>
          </a:endParaRPr>
        </a:p>
      </dsp:txBody>
      <dsp:txXfrm>
        <a:off x="5588026" y="642290"/>
        <a:ext cx="2540023" cy="1524014"/>
      </dsp:txXfrm>
    </dsp:sp>
    <dsp:sp modelId="{65DCAB72-4323-4909-83B5-EA97756B63D0}">
      <dsp:nvSpPr>
        <dsp:cNvPr id="6" name="Rectangles 5"/>
        <dsp:cNvSpPr/>
      </dsp:nvSpPr>
      <dsp:spPr bwMode="white">
        <a:xfrm>
          <a:off x="1396984" y="2807812"/>
          <a:ext cx="2540023" cy="1524014"/>
        </a:xfrm>
        <a:prstGeom prst="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>Reduction in Healthcare Costs</a:t>
          </a:r>
          <a:endParaRPr lang="en-US" sz="2000">
            <a:latin typeface="Comic Sans MS" panose="030F0702030302020204" charset="0"/>
            <a:cs typeface="Comic Sans MS" panose="030F0702030302020204" charset="0"/>
          </a:endParaRPr>
        </a:p>
      </dsp:txBody>
      <dsp:txXfrm>
        <a:off x="1396984" y="2807812"/>
        <a:ext cx="2540023" cy="1524014"/>
      </dsp:txXfrm>
    </dsp:sp>
    <dsp:sp modelId="{52FDF2A5-21FC-4943-A856-33657F608538}">
      <dsp:nvSpPr>
        <dsp:cNvPr id="7" name="Rectangles 6"/>
        <dsp:cNvSpPr/>
      </dsp:nvSpPr>
      <dsp:spPr bwMode="white">
        <a:xfrm>
          <a:off x="4191009" y="2799567"/>
          <a:ext cx="2540023" cy="1524014"/>
        </a:xfrm>
        <a:prstGeom prst="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>
              <a:latin typeface="Comic Sans MS" panose="030F0702030302020204" charset="0"/>
              <a:cs typeface="Comic Sans MS" panose="030F0702030302020204" charset="0"/>
            </a:rPr>
            <a:t> Support for Personalized Treatment Plans</a:t>
          </a:r>
          <a:endParaRPr lang="en-US" sz="2000">
            <a:latin typeface="Comic Sans MS" panose="030F0702030302020204" charset="0"/>
            <a:cs typeface="Comic Sans MS" panose="030F0702030302020204" charset="0"/>
          </a:endParaRPr>
        </a:p>
      </dsp:txBody>
      <dsp:txXfrm>
        <a:off x="4191009" y="2799567"/>
        <a:ext cx="2540023" cy="15240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AD288-E15B-4271-B55D-DDB1B43DC8BE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EC8B7-7AE0-485D-8CE3-A3E29B97A36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0877" y="1322386"/>
            <a:ext cx="10363200" cy="14700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368" y="304800"/>
            <a:ext cx="10668000" cy="487362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0" y="274638"/>
            <a:ext cx="7721600" cy="4873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  <p:pic>
        <p:nvPicPr>
          <p:cNvPr id="2051" name="Picture 3" descr="C:\Users\AMMU\Desktop\Bord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209" y="139874"/>
            <a:ext cx="9686793" cy="69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6680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952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4994CE30-7D40-4BC0-BA0D-56C992D5B4BD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BCD3F7E-62B3-4FB9-95CE-D1B0CC271B85}" type="slidenum">
              <a:rPr lang="en-GB" smtClean="0"/>
            </a:fld>
            <a:endParaRPr lang="en-GB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812800" y="914400"/>
            <a:ext cx="10668000" cy="0"/>
          </a:xfrm>
          <a:prstGeom prst="line">
            <a:avLst/>
          </a:prstGeom>
          <a:noFill/>
          <a:ln w="57150" cmpd="thickThin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IN" sz="18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45"/>
          <a:stretch>
            <a:fillRect/>
          </a:stretch>
        </p:blipFill>
        <p:spPr bwMode="auto">
          <a:xfrm>
            <a:off x="0" y="5991366"/>
            <a:ext cx="12192000" cy="866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rgbClr val="FF000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9" Type="http://schemas.openxmlformats.org/officeDocument/2006/relationships/tags" Target="../tags/tag44.xml"/><Relationship Id="rId18" Type="http://schemas.openxmlformats.org/officeDocument/2006/relationships/tags" Target="../tags/tag43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5259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BRAIN TUMOUR DETECTION USING DEEP LEARNING</a:t>
            </a:r>
            <a:endParaRPr lang="en-IN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57449" y="237318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- CBD-15</a:t>
            </a:r>
            <a:r>
              <a:rPr lang="en-IN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219825" y="2513330"/>
            <a:ext cx="5567045" cy="181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</a:t>
            </a:r>
            <a:r>
              <a:rPr lang="en-IN" alt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Ramamurthy Ketha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</a:t>
            </a:r>
            <a:r>
              <a:rPr lang="en-IN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istant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</a:t>
            </a:r>
            <a:r>
              <a:rPr lang="en-IN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Computer Science and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2" y="193754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IN" altLang="en-GB" sz="32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FINAL VIVA VOICE</a:t>
            </a:r>
            <a:endParaRPr lang="en-IN" altLang="en-GB" sz="3200" b="1" i="0" u="none" strike="noStrike" cap="none" dirty="0" smtClean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660400" y="471551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</a:t>
            </a:r>
            <a:r>
              <a:rPr lang="en-IN" alt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IN" alt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 - Computer Science and Technology (Big Data)</a:t>
            </a:r>
            <a:endParaRPr lang="en-US" sz="18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altLang="en-US" sz="1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Pravinthraj S</a:t>
            </a:r>
            <a:endParaRPr lang="en-US" sz="1800" b="1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IN" alt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Suma N G</a:t>
            </a:r>
            <a:endParaRPr lang="en-US" sz="18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Project </a:t>
            </a: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/ Dr. Abdul Khadar A / Mr. Md Ziaur Rahman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2" name="Google Shape;88;p13"/>
          <p:cNvSpPr txBox="1">
            <a:spLocks noGrp="1"/>
          </p:cNvSpPr>
          <p:nvPr/>
        </p:nvSpPr>
        <p:spPr>
          <a:xfrm>
            <a:off x="744114" y="3251390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  <a:defRPr sz="20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Roll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Number:</a:t>
            </a: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-  20211CBD0054 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Google Shape;88;p13"/>
          <p:cNvSpPr txBox="1">
            <a:spLocks noGrp="1"/>
          </p:cNvSpPr>
          <p:nvPr/>
        </p:nvSpPr>
        <p:spPr>
          <a:xfrm>
            <a:off x="747395" y="3559810"/>
            <a:ext cx="5290185" cy="552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  <a:defRPr sz="20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Student Name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IN" altLang="en-GB" dirty="0">
                <a:latin typeface="Cambria" panose="02040503050406030204" pitchFamily="18" charset="0"/>
                <a:ea typeface="Cambria" panose="02040503050406030204" pitchFamily="18" charset="0"/>
              </a:rPr>
              <a:t>-  </a:t>
            </a:r>
            <a:r>
              <a:rPr lang="en-IN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K. SEETHA THANOOJA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201420"/>
            <a:ext cx="6330315" cy="4953000"/>
          </a:xfrm>
        </p:spPr>
        <p:txBody>
          <a:bodyPr>
            <a:no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altLang="en-GB" sz="1600"/>
              <a:t>Brain tumours are abnormal growths in the brain, which can be malignant (cancerous) or benign (non-cancerous).</a:t>
            </a:r>
            <a:endParaRPr lang="en-US" altLang="en-GB" sz="1600"/>
          </a:p>
          <a:p>
            <a:pPr marL="0" indent="0">
              <a:lnSpc>
                <a:spcPct val="5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lang="en-US" altLang="en-GB" sz="1600"/>
          </a:p>
          <a:p>
            <a:pPr>
              <a:buFont typeface="Wingdings" panose="05000000000000000000" charset="0"/>
              <a:buChar char="Ø"/>
            </a:pPr>
            <a:r>
              <a:rPr lang="en-US" altLang="en-GB" sz="1600"/>
              <a:t>Early detection is crucial for effective treatment and improved patient outcomes.</a:t>
            </a:r>
            <a:endParaRPr lang="en-US" altLang="en-GB" sz="1600"/>
          </a:p>
          <a:p>
            <a:pPr>
              <a:lnSpc>
                <a:spcPct val="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GB" sz="1600"/>
          </a:p>
          <a:p>
            <a:pPr>
              <a:buFont typeface="Wingdings" panose="05000000000000000000" charset="0"/>
              <a:buChar char="Ø"/>
            </a:pPr>
            <a:r>
              <a:rPr lang="en-US" altLang="en-GB" sz="1600"/>
              <a:t>In this project we are using CNNs, so convolutionary neural networks are a type of deep learning model which are particularly effective in image recognition and classification tasks.</a:t>
            </a:r>
            <a:endParaRPr lang="en-US" altLang="en-GB" sz="1600"/>
          </a:p>
          <a:p>
            <a:pPr>
              <a:lnSpc>
                <a:spcPct val="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GB" sz="1600"/>
          </a:p>
          <a:p>
            <a:pPr>
              <a:buFont typeface="Wingdings" panose="05000000000000000000" charset="0"/>
              <a:buChar char="Ø"/>
            </a:pPr>
            <a:r>
              <a:rPr lang="en-US" altLang="en-GB" sz="1600"/>
              <a:t>CNNs utilize layers of convolutional filters to automatically extract features from images.</a:t>
            </a:r>
            <a:endParaRPr lang="en-US" altLang="en-GB" sz="1600"/>
          </a:p>
          <a:p>
            <a:pPr>
              <a:lnSpc>
                <a:spcPct val="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GB" sz="1600"/>
          </a:p>
          <a:p>
            <a:pPr>
              <a:buFont typeface="Wingdings" panose="05000000000000000000" charset="0"/>
              <a:buChar char="Ø"/>
            </a:pPr>
            <a:r>
              <a:rPr lang="en-US" altLang="en-GB" sz="1600"/>
              <a:t>We also gather MRI images from publicly available datasets or medical institutions and then normalize these images, resize them to uniform dimensions, and perform data augmentation to enhance model robustness.</a:t>
            </a:r>
            <a:endParaRPr lang="en-US" altLang="en-GB" sz="1600"/>
          </a:p>
          <a:p>
            <a:pPr>
              <a:buFont typeface="Wingdings" panose="05000000000000000000" charset="0"/>
              <a:buChar char="Ø"/>
            </a:pPr>
            <a:endParaRPr lang="en-US" altLang="en-GB" sz="1600"/>
          </a:p>
        </p:txBody>
      </p:sp>
      <p:pic>
        <p:nvPicPr>
          <p:cNvPr id="5" name="Picture 4" descr="Screenshot (2)"/>
          <p:cNvPicPr>
            <a:picLocks noChangeAspect="1"/>
          </p:cNvPicPr>
          <p:nvPr/>
        </p:nvPicPr>
        <p:blipFill>
          <a:blip r:embed="rId1"/>
          <a:srcRect l="30167" t="16852" r="29812" b="48726"/>
          <a:stretch>
            <a:fillRect/>
          </a:stretch>
        </p:blipFill>
        <p:spPr>
          <a:xfrm>
            <a:off x="8183880" y="4704715"/>
            <a:ext cx="2672080" cy="1201420"/>
          </a:xfrm>
          <a:prstGeom prst="rect">
            <a:avLst/>
          </a:prstGeom>
        </p:spPr>
      </p:pic>
      <p:pic>
        <p:nvPicPr>
          <p:cNvPr id="6" name="Picture 5" descr="System-Architecture-Brain-Tumor-Segmentation-using-CNN-is-done-mainly-by-using-thre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010" y="1201420"/>
            <a:ext cx="4864735" cy="3003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274638"/>
            <a:ext cx="10668000" cy="487362"/>
          </a:xfrm>
        </p:spPr>
        <p:txBody>
          <a:bodyPr/>
          <a:lstStyle/>
          <a:p>
            <a:r>
              <a:rPr lang="en-GB" dirty="0"/>
              <a:t>Literature Review</a:t>
            </a:r>
            <a:r>
              <a:rPr lang="en-IN" altLang="en-GB" dirty="0"/>
              <a:t> and Gaps</a:t>
            </a:r>
            <a:endParaRPr lang="en-IN" alt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59410" y="1026160"/>
            <a:ext cx="11574780" cy="4953000"/>
          </a:xfrm>
        </p:spPr>
        <p:txBody>
          <a:bodyPr>
            <a:noAutofit/>
          </a:bodyPr>
          <a:p>
            <a:pPr marL="0" indent="0">
              <a:buFont typeface="Wingdings" panose="05000000000000000000" charset="0"/>
              <a:buNone/>
            </a:pPr>
            <a:r>
              <a:rPr lang="en-IN" sz="16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r>
              <a:rPr lang="en-US" altLang="en-IN" sz="16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I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None/>
            </a:pPr>
            <a:endParaRPr lang="en-I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IN" sz="1600">
                <a:latin typeface="Times New Roman" panose="02020603050405020304" charset="0"/>
                <a:cs typeface="Times New Roman" panose="02020603050405020304" charset="0"/>
              </a:rPr>
              <a:t>Brain tumours pose significant challenges in medical diagnostics, necessitating accurate and timely detection to improve patient outcomes. Convolutional Neural Networks (CNNs), a powerful tool in deep learning, have emerged as a promising solution for analyzing medical imaging data, particularly MRI scans.</a:t>
            </a: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IN" sz="1600" b="1">
                <a:latin typeface="Times New Roman" panose="02020603050405020304" charset="0"/>
                <a:cs typeface="Times New Roman" panose="02020603050405020304" charset="0"/>
              </a:rPr>
              <a:t>Key Findings:</a:t>
            </a:r>
            <a:endParaRPr lang="en-US" altLang="en-I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I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+mj-lt"/>
              <a:buAutoNum type="arabicPeriod"/>
            </a:pPr>
            <a:r>
              <a:rPr lang="en-US" altLang="en-IN" sz="1600" i="1" u="sng">
                <a:latin typeface="Times New Roman" panose="02020603050405020304" charset="0"/>
                <a:cs typeface="Times New Roman" panose="02020603050405020304" charset="0"/>
              </a:rPr>
              <a:t>Effectiveness of CNNs:</a:t>
            </a:r>
            <a:r>
              <a:rPr lang="en-US" altLang="en-IN" sz="1600">
                <a:latin typeface="Times New Roman" panose="02020603050405020304" charset="0"/>
                <a:cs typeface="Times New Roman" panose="02020603050405020304" charset="0"/>
              </a:rPr>
              <a:t> Recent studies demonstrate that CNNs significantly enhance the accuracy of brain tumour detection compared to traditional imaging analysis methods. </a:t>
            </a: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+mj-lt"/>
              <a:buAutoNum type="arabicPeriod"/>
            </a:pP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+mj-lt"/>
              <a:buAutoNum type="arabicPeriod"/>
            </a:pPr>
            <a:r>
              <a:rPr lang="en-US" altLang="en-IN" sz="1600" i="1" u="sng">
                <a:latin typeface="Times New Roman" panose="02020603050405020304" charset="0"/>
                <a:cs typeface="Times New Roman" panose="02020603050405020304" charset="0"/>
              </a:rPr>
              <a:t>Methodological Approaches:</a:t>
            </a:r>
            <a:r>
              <a:rPr lang="en-US" altLang="en-IN" sz="1600">
                <a:latin typeface="Times New Roman" panose="02020603050405020304" charset="0"/>
                <a:cs typeface="Times New Roman" panose="02020603050405020304" charset="0"/>
              </a:rPr>
              <a:t> Various CNN architectures have been explored, including VGG16, ResNet, and Inception. Transfer learning has also gained traction, allowing models pre-trained on large datasets to be fine-tuned for specific tasks.</a:t>
            </a: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+mj-lt"/>
              <a:buAutoNum type="arabicPeriod"/>
            </a:pP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+mj-lt"/>
              <a:buAutoNum type="arabicPeriod"/>
            </a:pPr>
            <a:r>
              <a:rPr lang="en-US" altLang="en-IN" sz="1600" i="1" u="sng">
                <a:latin typeface="Times New Roman" panose="02020603050405020304" charset="0"/>
                <a:cs typeface="Times New Roman" panose="02020603050405020304" charset="0"/>
              </a:rPr>
              <a:t>Challenges:</a:t>
            </a:r>
            <a:r>
              <a:rPr lang="en-US" altLang="en-IN" sz="1600">
                <a:latin typeface="Times New Roman" panose="02020603050405020304" charset="0"/>
                <a:cs typeface="Times New Roman" panose="02020603050405020304" charset="0"/>
              </a:rPr>
              <a:t> Despite their promise, several challenges persist. These include data scarcity, variability in imaging quality, and the risk of overfitting.</a:t>
            </a: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+mj-lt"/>
              <a:buAutoNum type="arabicPeriod"/>
            </a:pP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+mj-lt"/>
              <a:buAutoNum type="arabicPeriod"/>
            </a:pPr>
            <a:r>
              <a:rPr lang="en-US" altLang="en-IN" sz="1600" i="1" u="sng">
                <a:latin typeface="Times New Roman" panose="02020603050405020304" charset="0"/>
                <a:cs typeface="Times New Roman" panose="02020603050405020304" charset="0"/>
              </a:rPr>
              <a:t>Interpretability:</a:t>
            </a:r>
            <a:r>
              <a:rPr lang="en-US" altLang="en-IN" sz="1600">
                <a:latin typeface="Times New Roman" panose="02020603050405020304" charset="0"/>
                <a:cs typeface="Times New Roman" panose="02020603050405020304" charset="0"/>
              </a:rPr>
              <a:t> The "black box" nature of CNNs raises concerns about interpretability in clinical settings. </a:t>
            </a: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Review</a:t>
            </a:r>
            <a:r>
              <a:rPr lang="en-US" altLang="en-GB" dirty="0"/>
              <a:t> (Con</a:t>
            </a:r>
            <a:r>
              <a:rPr lang="en-IN" altLang="en-US" dirty="0"/>
              <a:t>t....</a:t>
            </a:r>
            <a:r>
              <a:rPr lang="en-US" altLang="en-GB" dirty="0"/>
              <a:t>)</a:t>
            </a:r>
            <a:endParaRPr lang="en-US" alt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74015" y="1143000"/>
            <a:ext cx="11574780" cy="4953000"/>
          </a:xfrm>
        </p:spPr>
        <p:txBody>
          <a:bodyPr>
            <a:noAutofit/>
          </a:bodyPr>
          <a:p>
            <a:pPr marL="0" indent="0">
              <a:buFont typeface="Wingdings" panose="05000000000000000000" charset="0"/>
              <a:buNone/>
            </a:pPr>
            <a:r>
              <a:rPr lang="en-US" altLang="en-IN" sz="1600" b="1">
                <a:latin typeface="Times New Roman" panose="02020603050405020304" charset="0"/>
                <a:cs typeface="Times New Roman" panose="02020603050405020304" charset="0"/>
              </a:rPr>
              <a:t>Gaps in the Literature:</a:t>
            </a:r>
            <a:endParaRPr lang="en-US" altLang="en-I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None/>
            </a:pPr>
            <a:endParaRPr lang="en-US" altLang="en-I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IN" sz="1600">
                <a:latin typeface="Times New Roman" panose="02020603050405020304" charset="0"/>
                <a:cs typeface="Times New Roman" panose="02020603050405020304" charset="0"/>
              </a:rPr>
              <a:t>There remains a need for research addressing the integration of multimodal data (e.g., combining MRI with genomic information) and the development of real-time diagnostic tools that can assist clinicians during procedures.</a:t>
            </a: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IN" sz="1600" b="1">
                <a:latin typeface="Times New Roman" panose="02020603050405020304" charset="0"/>
                <a:cs typeface="Times New Roman" panose="02020603050405020304" charset="0"/>
              </a:rPr>
              <a:t>Conclusion:</a:t>
            </a:r>
            <a:endParaRPr lang="en-US" altLang="en-I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None/>
            </a:pPr>
            <a:endParaRPr lang="en-US" altLang="en-I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IN" sz="1600">
                <a:latin typeface="Times New Roman" panose="02020603050405020304" charset="0"/>
                <a:cs typeface="Times New Roman" panose="02020603050405020304" charset="0"/>
              </a:rPr>
              <a:t>The application of CNNs in brain tumour detection represents a significant advancement in medical imaging. While the existing literature shows promising results, addressing challenges related to data variability and model interpretability will be crucial for successful clinical implementation. </a:t>
            </a: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I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IN" sz="1600" b="1">
                <a:latin typeface="Times New Roman" panose="02020603050405020304" charset="0"/>
                <a:cs typeface="Times New Roman" panose="02020603050405020304" charset="0"/>
              </a:rPr>
              <a:t>References:</a:t>
            </a:r>
            <a:endParaRPr lang="en-US" altLang="en-I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None/>
            </a:pPr>
            <a:endParaRPr lang="en-US" altLang="en-I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IN" sz="1600">
                <a:latin typeface="Times New Roman" panose="02020603050405020304" charset="0"/>
                <a:cs typeface="Times New Roman" panose="02020603050405020304" charset="0"/>
              </a:rPr>
              <a:t>Kharb, P., et al. (2021). "Deep Learning for Glioma Classification." Journal of Medical Imaging.</a:t>
            </a: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IN" sz="1600">
                <a:latin typeface="Times New Roman" panose="02020603050405020304" charset="0"/>
                <a:cs typeface="Times New Roman" panose="02020603050405020304" charset="0"/>
              </a:rPr>
              <a:t>Murtaza, G., et al. (2020). "Transfer Learning in Medical Image Analysis." IEEE Access.</a:t>
            </a: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IN" sz="1600">
                <a:latin typeface="Times New Roman" panose="02020603050405020304" charset="0"/>
                <a:cs typeface="Times New Roman" panose="02020603050405020304" charset="0"/>
              </a:rPr>
              <a:t>Raza, S. A., et al. (2022). "Data Augmentation Techniques for Enhancing CNN Performance." Artificial Intelligence in Medicine.</a:t>
            </a: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IN" sz="1600">
                <a:latin typeface="Times New Roman" panose="02020603050405020304" charset="0"/>
                <a:cs typeface="Times New Roman" panose="02020603050405020304" charset="0"/>
              </a:rPr>
              <a:t>“  This concise survey captures key findings, challenges, and future directions regarding the use of CNNs for brain tumour detection.  “</a:t>
            </a: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I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Proposed Method</a:t>
            </a:r>
            <a:r>
              <a:rPr lang="en-IN" altLang="en-GB" dirty="0"/>
              <a:t>ology</a:t>
            </a:r>
            <a:endParaRPr lang="en-IN" altLang="en-GB" dirty="0"/>
          </a:p>
        </p:txBody>
      </p:sp>
      <p:sp>
        <p:nvSpPr>
          <p:cNvPr id="31" name="圆角矩形 30"/>
          <p:cNvSpPr/>
          <p:nvPr>
            <p:custDataLst>
              <p:tags r:id="rId1"/>
            </p:custDataLst>
          </p:nvPr>
        </p:nvSpPr>
        <p:spPr>
          <a:xfrm>
            <a:off x="835684" y="1618919"/>
            <a:ext cx="10734660" cy="109924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600">
              <a:latin typeface="Arial" panose="020B0604020202020204" pitchFamily="34" charset="0"/>
              <a:sym typeface="+mn-lt"/>
            </a:endParaRPr>
          </a:p>
        </p:txBody>
      </p:sp>
      <p:sp>
        <p:nvSpPr>
          <p:cNvPr id="26" name="圆角矩形 35"/>
          <p:cNvSpPr/>
          <p:nvPr>
            <p:custDataLst>
              <p:tags r:id="rId2"/>
            </p:custDataLst>
          </p:nvPr>
        </p:nvSpPr>
        <p:spPr>
          <a:xfrm>
            <a:off x="579128" y="1856735"/>
            <a:ext cx="2283429" cy="62297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Transfer Learning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27" name="矩形 6"/>
          <p:cNvSpPr/>
          <p:nvPr>
            <p:custDataLst>
              <p:tags r:id="rId3"/>
            </p:custDataLst>
          </p:nvPr>
        </p:nvSpPr>
        <p:spPr>
          <a:xfrm>
            <a:off x="3119120" y="1618615"/>
            <a:ext cx="7751445" cy="10991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Leveraging the pre-trained model on large image datasets (like Kaggle) and fine-tune them on your brain MRI dataset. This approach helps overcome the issue of limited data.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66" name="圆角矩形 65"/>
          <p:cNvSpPr/>
          <p:nvPr>
            <p:custDataLst>
              <p:tags r:id="rId4"/>
            </p:custDataLst>
          </p:nvPr>
        </p:nvSpPr>
        <p:spPr>
          <a:xfrm>
            <a:off x="835684" y="2920441"/>
            <a:ext cx="10734660" cy="109924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600">
              <a:latin typeface="Arial" panose="020B0604020202020204" pitchFamily="34" charset="0"/>
              <a:sym typeface="+mn-lt"/>
            </a:endParaRPr>
          </a:p>
        </p:txBody>
      </p:sp>
      <p:sp>
        <p:nvSpPr>
          <p:cNvPr id="28" name="圆角矩形 35"/>
          <p:cNvSpPr/>
          <p:nvPr>
            <p:custDataLst>
              <p:tags r:id="rId5"/>
            </p:custDataLst>
          </p:nvPr>
        </p:nvSpPr>
        <p:spPr>
          <a:xfrm>
            <a:off x="579128" y="3158256"/>
            <a:ext cx="2283429" cy="62297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Feature Importance Analysis</a:t>
            </a:r>
            <a:endParaRPr lang="en-US" sz="1400" b="1" dirty="0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29" name="矩形 8"/>
          <p:cNvSpPr/>
          <p:nvPr>
            <p:custDataLst>
              <p:tags r:id="rId6"/>
            </p:custDataLst>
          </p:nvPr>
        </p:nvSpPr>
        <p:spPr>
          <a:xfrm>
            <a:off x="3118839" y="2920441"/>
            <a:ext cx="8378837" cy="10992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Analyzing which MRI features (e.g., intensity, texture) contribute most to predictions, enhancing model transparency.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73" name="圆角矩形 72"/>
          <p:cNvSpPr/>
          <p:nvPr>
            <p:custDataLst>
              <p:tags r:id="rId7"/>
            </p:custDataLst>
          </p:nvPr>
        </p:nvSpPr>
        <p:spPr>
          <a:xfrm>
            <a:off x="835684" y="4221962"/>
            <a:ext cx="10734660" cy="109924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600">
              <a:latin typeface="Arial" panose="020B0604020202020204" pitchFamily="34" charset="0"/>
              <a:sym typeface="+mn-lt"/>
            </a:endParaRPr>
          </a:p>
        </p:txBody>
      </p:sp>
      <p:sp>
        <p:nvSpPr>
          <p:cNvPr id="30" name="圆角矩形 35"/>
          <p:cNvSpPr/>
          <p:nvPr>
            <p:custDataLst>
              <p:tags r:id="rId8"/>
            </p:custDataLst>
          </p:nvPr>
        </p:nvSpPr>
        <p:spPr>
          <a:xfrm>
            <a:off x="579128" y="4459778"/>
            <a:ext cx="2283429" cy="62297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5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Collaborative </a:t>
            </a:r>
            <a:endParaRPr lang="en-US" sz="1500" b="1" dirty="0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5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development</a:t>
            </a:r>
            <a:endParaRPr lang="en-US" sz="1500" b="1" dirty="0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32" name="矩形 9"/>
          <p:cNvSpPr/>
          <p:nvPr>
            <p:custDataLst>
              <p:tags r:id="rId9"/>
            </p:custDataLst>
          </p:nvPr>
        </p:nvSpPr>
        <p:spPr>
          <a:xfrm>
            <a:off x="3118839" y="4221962"/>
            <a:ext cx="8378837" cy="10992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Establish ongoing communication with healthcare professionals to gather insights and feedback, ensuring the model aligns with clinical needs and practices.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ym typeface="+mn-ea"/>
              </a:rPr>
              <a:t>Proposed Method</a:t>
            </a:r>
            <a:r>
              <a:rPr lang="en-IN" altLang="en-GB" dirty="0">
                <a:sym typeface="+mn-ea"/>
              </a:rPr>
              <a:t>ology (Cont....)</a:t>
            </a:r>
            <a:endParaRPr lang="en-GB" dirty="0"/>
          </a:p>
        </p:txBody>
      </p:sp>
      <p:sp>
        <p:nvSpPr>
          <p:cNvPr id="4" name="对象2"/>
          <p:cNvSpPr/>
          <p:nvPr>
            <p:custDataLst>
              <p:tags r:id="rId1"/>
            </p:custDataLst>
          </p:nvPr>
        </p:nvSpPr>
        <p:spPr>
          <a:xfrm>
            <a:off x="696913" y="1496378"/>
            <a:ext cx="10798810" cy="124098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对象2"/>
          <p:cNvSpPr/>
          <p:nvPr>
            <p:custDataLst>
              <p:tags r:id="rId2"/>
            </p:custDataLst>
          </p:nvPr>
        </p:nvSpPr>
        <p:spPr>
          <a:xfrm>
            <a:off x="696913" y="1496378"/>
            <a:ext cx="10798810" cy="2538929"/>
          </a:xfrm>
          <a:prstGeom prst="roundRect">
            <a:avLst>
              <a:gd name="adj" fmla="val 25001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对象2"/>
          <p:cNvSpPr/>
          <p:nvPr>
            <p:custDataLst>
              <p:tags r:id="rId3"/>
            </p:custDataLst>
          </p:nvPr>
        </p:nvSpPr>
        <p:spPr>
          <a:xfrm>
            <a:off x="696913" y="1496378"/>
            <a:ext cx="10798810" cy="3940810"/>
          </a:xfrm>
          <a:prstGeom prst="roundRect">
            <a:avLst>
              <a:gd name="adj" fmla="val 15703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对象21"/>
          <p:cNvSpPr/>
          <p:nvPr>
            <p:custDataLst>
              <p:tags r:id="rId4"/>
            </p:custDataLst>
          </p:nvPr>
        </p:nvSpPr>
        <p:spPr>
          <a:xfrm>
            <a:off x="3581083" y="1084263"/>
            <a:ext cx="4950000" cy="84137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1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Modular Tasks</a:t>
            </a:r>
            <a:endParaRPr lang="en-US" sz="2800" b="1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60" name="对象10"/>
          <p:cNvSpPr/>
          <p:nvPr>
            <p:custDataLst>
              <p:tags r:id="rId5"/>
            </p:custDataLst>
          </p:nvPr>
        </p:nvSpPr>
        <p:spPr>
          <a:xfrm>
            <a:off x="1037908" y="3598863"/>
            <a:ext cx="4950000" cy="88709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Preprocessing Module:</a:t>
            </a:r>
            <a:r>
              <a:rPr lang="en-US" sz="1600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 Manages normalization and resizing the images.</a:t>
            </a:r>
            <a:endParaRPr lang="en-US" sz="1600" dirty="0">
              <a:solidFill>
                <a:schemeClr val="dk1">
                  <a:lumMod val="80000"/>
                  <a:lumOff val="20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1" name="对象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60463" y="3791903"/>
            <a:ext cx="500380" cy="500380"/>
          </a:xfrm>
          <a:prstGeom prst="ellips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2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54" name="对象4"/>
          <p:cNvSpPr/>
          <p:nvPr>
            <p:custDataLst>
              <p:tags r:id="rId7"/>
            </p:custDataLst>
          </p:nvPr>
        </p:nvSpPr>
        <p:spPr>
          <a:xfrm>
            <a:off x="1037908" y="2318703"/>
            <a:ext cx="4949825" cy="88709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 fontScale="90000"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Data Acquisition Module:</a:t>
            </a:r>
            <a:r>
              <a:rPr lang="en-US" sz="1600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 Handles downloading and organizing MRI datasets.</a:t>
            </a:r>
            <a:endParaRPr lang="en-US" sz="1600" dirty="0">
              <a:solidFill>
                <a:schemeClr val="dk1">
                  <a:lumMod val="80000"/>
                  <a:lumOff val="20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55" name="对象5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60463" y="2511743"/>
            <a:ext cx="500380" cy="500380"/>
          </a:xfrm>
          <a:prstGeom prst="ellips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1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57" name="对象7"/>
          <p:cNvSpPr/>
          <p:nvPr>
            <p:custDataLst>
              <p:tags r:id="rId9"/>
            </p:custDataLst>
          </p:nvPr>
        </p:nvSpPr>
        <p:spPr>
          <a:xfrm>
            <a:off x="6216968" y="2309813"/>
            <a:ext cx="4950000" cy="88709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5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Training Module: </a:t>
            </a:r>
            <a:r>
              <a:rPr lang="en-US" sz="1500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Implements the training loop, hyperparameter tuning, and validation process.</a:t>
            </a:r>
            <a:endParaRPr lang="en-US" sz="1500" dirty="0">
              <a:solidFill>
                <a:schemeClr val="dk1">
                  <a:lumMod val="80000"/>
                  <a:lumOff val="20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58" name="对象8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341428" y="2504123"/>
            <a:ext cx="500380" cy="500380"/>
          </a:xfrm>
          <a:prstGeom prst="ellips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4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63" name="对象13"/>
          <p:cNvSpPr/>
          <p:nvPr>
            <p:custDataLst>
              <p:tags r:id="rId11"/>
            </p:custDataLst>
          </p:nvPr>
        </p:nvSpPr>
        <p:spPr>
          <a:xfrm>
            <a:off x="6216968" y="3580448"/>
            <a:ext cx="4950000" cy="88709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 lnSpcReduction="10000"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5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Evaluation Module: </a:t>
            </a:r>
            <a:r>
              <a:rPr lang="en-US" sz="1500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Computes performance metrics and generates evaluation reports.</a:t>
            </a:r>
            <a:endParaRPr lang="en-US" sz="1500" dirty="0">
              <a:solidFill>
                <a:schemeClr val="dk1">
                  <a:lumMod val="80000"/>
                  <a:lumOff val="20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4" name="对象14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6341428" y="3774758"/>
            <a:ext cx="500380" cy="500380"/>
          </a:xfrm>
          <a:prstGeom prst="ellips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5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66" name="对象16"/>
          <p:cNvSpPr/>
          <p:nvPr>
            <p:custDataLst>
              <p:tags r:id="rId13"/>
            </p:custDataLst>
          </p:nvPr>
        </p:nvSpPr>
        <p:spPr>
          <a:xfrm>
            <a:off x="1037908" y="4887913"/>
            <a:ext cx="4949825" cy="88709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5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Model Architecture Module:</a:t>
            </a:r>
            <a:r>
              <a:rPr lang="en-US" sz="1500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 Contains the code for defining and building the CNN architecture.</a:t>
            </a:r>
            <a:endParaRPr lang="en-US" sz="1500" dirty="0">
              <a:solidFill>
                <a:schemeClr val="dk1">
                  <a:lumMod val="80000"/>
                  <a:lumOff val="20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7" name="对象17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160463" y="5080953"/>
            <a:ext cx="500380" cy="500380"/>
          </a:xfrm>
          <a:prstGeom prst="ellips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3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69" name="对象19"/>
          <p:cNvSpPr/>
          <p:nvPr>
            <p:custDataLst>
              <p:tags r:id="rId15"/>
            </p:custDataLst>
          </p:nvPr>
        </p:nvSpPr>
        <p:spPr>
          <a:xfrm>
            <a:off x="6216968" y="4887913"/>
            <a:ext cx="4949825" cy="88709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Deployment Module:</a:t>
            </a:r>
            <a:r>
              <a:rPr lang="en-US" sz="1600" dirty="0">
                <a:solidFill>
                  <a:schemeClr val="dk1">
                    <a:lumMod val="80000"/>
                    <a:lumOff val="20000"/>
                  </a:schemeClr>
                </a:solidFill>
                <a:latin typeface="+mn-lt"/>
                <a:sym typeface="+mn-ea"/>
              </a:rPr>
              <a:t> Manages deployment of the model to a server.</a:t>
            </a:r>
            <a:endParaRPr lang="en-US" sz="1600" dirty="0">
              <a:solidFill>
                <a:schemeClr val="dk1">
                  <a:lumMod val="80000"/>
                  <a:lumOff val="20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70" name="对象20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6341428" y="5081588"/>
            <a:ext cx="500380" cy="500380"/>
          </a:xfrm>
          <a:prstGeom prst="ellips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6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GB" dirty="0"/>
          </a:p>
        </p:txBody>
      </p:sp>
      <p:sp>
        <p:nvSpPr>
          <p:cNvPr id="18" name="对象1"/>
          <p:cNvSpPr/>
          <p:nvPr>
            <p:custDataLst>
              <p:tags r:id="rId1"/>
            </p:custDataLst>
          </p:nvPr>
        </p:nvSpPr>
        <p:spPr>
          <a:xfrm>
            <a:off x="6948170" y="1898333"/>
            <a:ext cx="4544568" cy="420624"/>
          </a:xfrm>
          <a:custGeom>
            <a:avLst/>
            <a:gdLst/>
            <a:ahLst/>
            <a:cxnLst/>
            <a:rect l="l" t="t" r="r" b="b"/>
            <a:pathLst>
              <a:path w="4544568" h="420624">
                <a:moveTo>
                  <a:pt x="1371600" y="0"/>
                </a:moveTo>
                <a:lnTo>
                  <a:pt x="1389888" y="0"/>
                </a:lnTo>
                <a:lnTo>
                  <a:pt x="1389888" y="27432"/>
                </a:lnTo>
                <a:lnTo>
                  <a:pt x="1389888" y="27432"/>
                </a:lnTo>
                <a:lnTo>
                  <a:pt x="1380744" y="27432"/>
                </a:lnTo>
                <a:lnTo>
                  <a:pt x="1362456" y="18288"/>
                </a:lnTo>
                <a:lnTo>
                  <a:pt x="1371600" y="0"/>
                </a:lnTo>
                <a:moveTo>
                  <a:pt x="1444752" y="27432"/>
                </a:moveTo>
                <a:lnTo>
                  <a:pt x="1417320" y="27432"/>
                </a:lnTo>
                <a:lnTo>
                  <a:pt x="1417320" y="0"/>
                </a:lnTo>
                <a:lnTo>
                  <a:pt x="1444752" y="0"/>
                </a:lnTo>
                <a:lnTo>
                  <a:pt x="1444752" y="27432"/>
                </a:lnTo>
                <a:moveTo>
                  <a:pt x="1490472" y="27432"/>
                </a:moveTo>
                <a:lnTo>
                  <a:pt x="1463040" y="27432"/>
                </a:lnTo>
                <a:lnTo>
                  <a:pt x="1463040" y="0"/>
                </a:lnTo>
                <a:lnTo>
                  <a:pt x="1490472" y="0"/>
                </a:lnTo>
                <a:lnTo>
                  <a:pt x="1490472" y="27432"/>
                </a:lnTo>
                <a:moveTo>
                  <a:pt x="1545336" y="27432"/>
                </a:moveTo>
                <a:lnTo>
                  <a:pt x="1517904" y="27432"/>
                </a:lnTo>
                <a:lnTo>
                  <a:pt x="1517904" y="0"/>
                </a:lnTo>
                <a:lnTo>
                  <a:pt x="1545336" y="0"/>
                </a:lnTo>
                <a:lnTo>
                  <a:pt x="1545336" y="27432"/>
                </a:lnTo>
                <a:moveTo>
                  <a:pt x="1591056" y="27432"/>
                </a:moveTo>
                <a:lnTo>
                  <a:pt x="1572768" y="27432"/>
                </a:lnTo>
                <a:lnTo>
                  <a:pt x="1572768" y="0"/>
                </a:lnTo>
                <a:lnTo>
                  <a:pt x="1591056" y="0"/>
                </a:lnTo>
                <a:lnTo>
                  <a:pt x="1591056" y="27432"/>
                </a:lnTo>
                <a:moveTo>
                  <a:pt x="1645920" y="27432"/>
                </a:moveTo>
                <a:lnTo>
                  <a:pt x="1618488" y="27432"/>
                </a:lnTo>
                <a:lnTo>
                  <a:pt x="1618488" y="0"/>
                </a:lnTo>
                <a:lnTo>
                  <a:pt x="1645920" y="0"/>
                </a:lnTo>
                <a:lnTo>
                  <a:pt x="1645920" y="27432"/>
                </a:lnTo>
                <a:moveTo>
                  <a:pt x="1700784" y="27432"/>
                </a:moveTo>
                <a:lnTo>
                  <a:pt x="1673352" y="27432"/>
                </a:lnTo>
                <a:lnTo>
                  <a:pt x="1673352" y="0"/>
                </a:lnTo>
                <a:lnTo>
                  <a:pt x="1700784" y="0"/>
                </a:lnTo>
                <a:lnTo>
                  <a:pt x="1700784" y="27432"/>
                </a:lnTo>
                <a:moveTo>
                  <a:pt x="1746504" y="27432"/>
                </a:moveTo>
                <a:lnTo>
                  <a:pt x="1719072" y="27432"/>
                </a:lnTo>
                <a:lnTo>
                  <a:pt x="1719072" y="0"/>
                </a:lnTo>
                <a:lnTo>
                  <a:pt x="1746504" y="0"/>
                </a:lnTo>
                <a:lnTo>
                  <a:pt x="1746504" y="27432"/>
                </a:lnTo>
                <a:moveTo>
                  <a:pt x="1801368" y="27432"/>
                </a:moveTo>
                <a:lnTo>
                  <a:pt x="1773936" y="27432"/>
                </a:lnTo>
                <a:lnTo>
                  <a:pt x="1773936" y="0"/>
                </a:lnTo>
                <a:lnTo>
                  <a:pt x="1801368" y="0"/>
                </a:lnTo>
                <a:lnTo>
                  <a:pt x="1801368" y="27432"/>
                </a:lnTo>
                <a:moveTo>
                  <a:pt x="1847088" y="27432"/>
                </a:moveTo>
                <a:lnTo>
                  <a:pt x="1828800" y="27432"/>
                </a:lnTo>
                <a:lnTo>
                  <a:pt x="1828800" y="0"/>
                </a:lnTo>
                <a:lnTo>
                  <a:pt x="1847088" y="0"/>
                </a:lnTo>
                <a:lnTo>
                  <a:pt x="1847088" y="27432"/>
                </a:lnTo>
                <a:moveTo>
                  <a:pt x="1901952" y="27432"/>
                </a:moveTo>
                <a:lnTo>
                  <a:pt x="1874520" y="27432"/>
                </a:lnTo>
                <a:lnTo>
                  <a:pt x="1874520" y="0"/>
                </a:lnTo>
                <a:lnTo>
                  <a:pt x="1901952" y="0"/>
                </a:lnTo>
                <a:lnTo>
                  <a:pt x="1901952" y="27432"/>
                </a:lnTo>
                <a:moveTo>
                  <a:pt x="1956816" y="27432"/>
                </a:moveTo>
                <a:lnTo>
                  <a:pt x="1929384" y="27432"/>
                </a:lnTo>
                <a:lnTo>
                  <a:pt x="1929384" y="0"/>
                </a:lnTo>
                <a:lnTo>
                  <a:pt x="1956816" y="0"/>
                </a:lnTo>
                <a:lnTo>
                  <a:pt x="1956816" y="27432"/>
                </a:lnTo>
                <a:moveTo>
                  <a:pt x="2002536" y="27432"/>
                </a:moveTo>
                <a:lnTo>
                  <a:pt x="1975104" y="27432"/>
                </a:lnTo>
                <a:lnTo>
                  <a:pt x="1975104" y="0"/>
                </a:lnTo>
                <a:lnTo>
                  <a:pt x="2002536" y="0"/>
                </a:lnTo>
                <a:lnTo>
                  <a:pt x="2002536" y="27432"/>
                </a:lnTo>
                <a:moveTo>
                  <a:pt x="2057400" y="27432"/>
                </a:moveTo>
                <a:lnTo>
                  <a:pt x="2029968" y="27432"/>
                </a:lnTo>
                <a:lnTo>
                  <a:pt x="2029968" y="0"/>
                </a:lnTo>
                <a:lnTo>
                  <a:pt x="2057400" y="0"/>
                </a:lnTo>
                <a:lnTo>
                  <a:pt x="2057400" y="27432"/>
                </a:lnTo>
                <a:moveTo>
                  <a:pt x="2103120" y="27432"/>
                </a:moveTo>
                <a:lnTo>
                  <a:pt x="2084832" y="27432"/>
                </a:lnTo>
                <a:lnTo>
                  <a:pt x="2084832" y="0"/>
                </a:lnTo>
                <a:lnTo>
                  <a:pt x="2103120" y="0"/>
                </a:lnTo>
                <a:lnTo>
                  <a:pt x="2103120" y="27432"/>
                </a:lnTo>
                <a:moveTo>
                  <a:pt x="2157984" y="27432"/>
                </a:moveTo>
                <a:lnTo>
                  <a:pt x="2130552" y="27432"/>
                </a:lnTo>
                <a:lnTo>
                  <a:pt x="2130552" y="0"/>
                </a:lnTo>
                <a:lnTo>
                  <a:pt x="2157984" y="0"/>
                </a:lnTo>
                <a:lnTo>
                  <a:pt x="2157984" y="27432"/>
                </a:lnTo>
                <a:moveTo>
                  <a:pt x="2212848" y="27432"/>
                </a:moveTo>
                <a:lnTo>
                  <a:pt x="2185416" y="27432"/>
                </a:lnTo>
                <a:lnTo>
                  <a:pt x="2185416" y="0"/>
                </a:lnTo>
                <a:lnTo>
                  <a:pt x="2212848" y="0"/>
                </a:lnTo>
                <a:lnTo>
                  <a:pt x="2212848" y="27432"/>
                </a:lnTo>
                <a:moveTo>
                  <a:pt x="2258568" y="27432"/>
                </a:moveTo>
                <a:lnTo>
                  <a:pt x="2231136" y="27432"/>
                </a:lnTo>
                <a:lnTo>
                  <a:pt x="2231136" y="0"/>
                </a:lnTo>
                <a:lnTo>
                  <a:pt x="2258568" y="0"/>
                </a:lnTo>
                <a:lnTo>
                  <a:pt x="2258568" y="27432"/>
                </a:lnTo>
                <a:moveTo>
                  <a:pt x="2313432" y="27432"/>
                </a:moveTo>
                <a:lnTo>
                  <a:pt x="2286000" y="27432"/>
                </a:lnTo>
                <a:lnTo>
                  <a:pt x="2286000" y="0"/>
                </a:lnTo>
                <a:lnTo>
                  <a:pt x="2313432" y="0"/>
                </a:lnTo>
                <a:lnTo>
                  <a:pt x="2313432" y="27432"/>
                </a:lnTo>
                <a:moveTo>
                  <a:pt x="2359152" y="27432"/>
                </a:moveTo>
                <a:lnTo>
                  <a:pt x="2331720" y="27432"/>
                </a:lnTo>
                <a:lnTo>
                  <a:pt x="2331720" y="0"/>
                </a:lnTo>
                <a:lnTo>
                  <a:pt x="2359152" y="0"/>
                </a:lnTo>
                <a:lnTo>
                  <a:pt x="2359152" y="27432"/>
                </a:lnTo>
                <a:moveTo>
                  <a:pt x="2414016" y="27432"/>
                </a:moveTo>
                <a:lnTo>
                  <a:pt x="2386584" y="27432"/>
                </a:lnTo>
                <a:lnTo>
                  <a:pt x="2386584" y="0"/>
                </a:lnTo>
                <a:lnTo>
                  <a:pt x="2414016" y="0"/>
                </a:lnTo>
                <a:lnTo>
                  <a:pt x="2414016" y="27432"/>
                </a:lnTo>
                <a:moveTo>
                  <a:pt x="2459736" y="27432"/>
                </a:moveTo>
                <a:lnTo>
                  <a:pt x="2441448" y="27432"/>
                </a:lnTo>
                <a:lnTo>
                  <a:pt x="2441448" y="0"/>
                </a:lnTo>
                <a:lnTo>
                  <a:pt x="2459736" y="0"/>
                </a:lnTo>
                <a:lnTo>
                  <a:pt x="2459736" y="27432"/>
                </a:lnTo>
                <a:moveTo>
                  <a:pt x="2514600" y="27432"/>
                </a:moveTo>
                <a:lnTo>
                  <a:pt x="2487168" y="27432"/>
                </a:lnTo>
                <a:lnTo>
                  <a:pt x="2487168" y="0"/>
                </a:lnTo>
                <a:lnTo>
                  <a:pt x="2514600" y="0"/>
                </a:lnTo>
                <a:lnTo>
                  <a:pt x="2514600" y="27432"/>
                </a:lnTo>
                <a:moveTo>
                  <a:pt x="2569464" y="27432"/>
                </a:moveTo>
                <a:lnTo>
                  <a:pt x="2542032" y="27432"/>
                </a:lnTo>
                <a:lnTo>
                  <a:pt x="2542032" y="0"/>
                </a:lnTo>
                <a:lnTo>
                  <a:pt x="2569464" y="0"/>
                </a:lnTo>
                <a:lnTo>
                  <a:pt x="2569464" y="27432"/>
                </a:lnTo>
                <a:moveTo>
                  <a:pt x="2615184" y="27432"/>
                </a:moveTo>
                <a:lnTo>
                  <a:pt x="2587752" y="27432"/>
                </a:lnTo>
                <a:lnTo>
                  <a:pt x="2587752" y="0"/>
                </a:lnTo>
                <a:lnTo>
                  <a:pt x="2615184" y="0"/>
                </a:lnTo>
                <a:lnTo>
                  <a:pt x="2615184" y="27432"/>
                </a:lnTo>
                <a:moveTo>
                  <a:pt x="2670048" y="27432"/>
                </a:moveTo>
                <a:lnTo>
                  <a:pt x="2642616" y="27432"/>
                </a:lnTo>
                <a:lnTo>
                  <a:pt x="2642616" y="0"/>
                </a:lnTo>
                <a:lnTo>
                  <a:pt x="2670048" y="0"/>
                </a:lnTo>
                <a:lnTo>
                  <a:pt x="2670048" y="27432"/>
                </a:lnTo>
                <a:moveTo>
                  <a:pt x="2715768" y="27432"/>
                </a:moveTo>
                <a:lnTo>
                  <a:pt x="2697480" y="27432"/>
                </a:lnTo>
                <a:lnTo>
                  <a:pt x="2697480" y="0"/>
                </a:lnTo>
                <a:lnTo>
                  <a:pt x="2715768" y="0"/>
                </a:lnTo>
                <a:lnTo>
                  <a:pt x="2715768" y="27432"/>
                </a:lnTo>
                <a:moveTo>
                  <a:pt x="2770632" y="27432"/>
                </a:moveTo>
                <a:lnTo>
                  <a:pt x="2743200" y="27432"/>
                </a:lnTo>
                <a:lnTo>
                  <a:pt x="2743200" y="0"/>
                </a:lnTo>
                <a:lnTo>
                  <a:pt x="2770632" y="0"/>
                </a:lnTo>
                <a:lnTo>
                  <a:pt x="2770632" y="27432"/>
                </a:lnTo>
                <a:moveTo>
                  <a:pt x="2825496" y="27432"/>
                </a:moveTo>
                <a:lnTo>
                  <a:pt x="2798064" y="27432"/>
                </a:lnTo>
                <a:lnTo>
                  <a:pt x="2798064" y="0"/>
                </a:lnTo>
                <a:lnTo>
                  <a:pt x="2825496" y="0"/>
                </a:lnTo>
                <a:lnTo>
                  <a:pt x="2825496" y="27432"/>
                </a:lnTo>
                <a:moveTo>
                  <a:pt x="2871216" y="27432"/>
                </a:moveTo>
                <a:lnTo>
                  <a:pt x="2843784" y="27432"/>
                </a:lnTo>
                <a:lnTo>
                  <a:pt x="2843784" y="0"/>
                </a:lnTo>
                <a:lnTo>
                  <a:pt x="2871216" y="0"/>
                </a:lnTo>
                <a:lnTo>
                  <a:pt x="2871216" y="27432"/>
                </a:lnTo>
                <a:moveTo>
                  <a:pt x="2926080" y="27432"/>
                </a:moveTo>
                <a:lnTo>
                  <a:pt x="2898648" y="27432"/>
                </a:lnTo>
                <a:lnTo>
                  <a:pt x="2898648" y="0"/>
                </a:lnTo>
                <a:lnTo>
                  <a:pt x="2926080" y="0"/>
                </a:lnTo>
                <a:lnTo>
                  <a:pt x="2926080" y="27432"/>
                </a:lnTo>
                <a:moveTo>
                  <a:pt x="2971800" y="27432"/>
                </a:moveTo>
                <a:lnTo>
                  <a:pt x="2953512" y="27432"/>
                </a:lnTo>
                <a:lnTo>
                  <a:pt x="2953512" y="0"/>
                </a:lnTo>
                <a:lnTo>
                  <a:pt x="2971800" y="0"/>
                </a:lnTo>
                <a:lnTo>
                  <a:pt x="2971800" y="27432"/>
                </a:lnTo>
                <a:moveTo>
                  <a:pt x="3026664" y="27432"/>
                </a:moveTo>
                <a:lnTo>
                  <a:pt x="2999232" y="27432"/>
                </a:lnTo>
                <a:lnTo>
                  <a:pt x="2999232" y="0"/>
                </a:lnTo>
                <a:lnTo>
                  <a:pt x="3026664" y="0"/>
                </a:lnTo>
                <a:lnTo>
                  <a:pt x="3026664" y="27432"/>
                </a:lnTo>
                <a:moveTo>
                  <a:pt x="3081528" y="27432"/>
                </a:moveTo>
                <a:lnTo>
                  <a:pt x="3054096" y="27432"/>
                </a:lnTo>
                <a:lnTo>
                  <a:pt x="3054096" y="0"/>
                </a:lnTo>
                <a:lnTo>
                  <a:pt x="3081528" y="0"/>
                </a:lnTo>
                <a:lnTo>
                  <a:pt x="3081528" y="27432"/>
                </a:lnTo>
                <a:moveTo>
                  <a:pt x="3127248" y="27432"/>
                </a:moveTo>
                <a:lnTo>
                  <a:pt x="3099816" y="27432"/>
                </a:lnTo>
                <a:lnTo>
                  <a:pt x="3099816" y="0"/>
                </a:lnTo>
                <a:lnTo>
                  <a:pt x="3127248" y="0"/>
                </a:lnTo>
                <a:lnTo>
                  <a:pt x="3127248" y="27432"/>
                </a:lnTo>
                <a:moveTo>
                  <a:pt x="3182112" y="27432"/>
                </a:moveTo>
                <a:lnTo>
                  <a:pt x="3154680" y="27432"/>
                </a:lnTo>
                <a:lnTo>
                  <a:pt x="3154680" y="0"/>
                </a:lnTo>
                <a:lnTo>
                  <a:pt x="3182112" y="0"/>
                </a:lnTo>
                <a:lnTo>
                  <a:pt x="3182112" y="27432"/>
                </a:lnTo>
                <a:moveTo>
                  <a:pt x="3227832" y="27432"/>
                </a:moveTo>
                <a:lnTo>
                  <a:pt x="3209544" y="27432"/>
                </a:lnTo>
                <a:lnTo>
                  <a:pt x="3209544" y="0"/>
                </a:lnTo>
                <a:lnTo>
                  <a:pt x="3227832" y="0"/>
                </a:lnTo>
                <a:lnTo>
                  <a:pt x="3227832" y="27432"/>
                </a:lnTo>
                <a:moveTo>
                  <a:pt x="3282696" y="27432"/>
                </a:moveTo>
                <a:lnTo>
                  <a:pt x="3255264" y="27432"/>
                </a:lnTo>
                <a:lnTo>
                  <a:pt x="3255264" y="0"/>
                </a:lnTo>
                <a:lnTo>
                  <a:pt x="3282696" y="0"/>
                </a:lnTo>
                <a:lnTo>
                  <a:pt x="3282696" y="27432"/>
                </a:lnTo>
                <a:moveTo>
                  <a:pt x="3328416" y="27432"/>
                </a:moveTo>
                <a:lnTo>
                  <a:pt x="3310128" y="27432"/>
                </a:lnTo>
                <a:lnTo>
                  <a:pt x="3310128" y="0"/>
                </a:lnTo>
                <a:lnTo>
                  <a:pt x="3328416" y="0"/>
                </a:lnTo>
                <a:lnTo>
                  <a:pt x="3328416" y="27432"/>
                </a:lnTo>
                <a:moveTo>
                  <a:pt x="3383280" y="27432"/>
                </a:moveTo>
                <a:lnTo>
                  <a:pt x="3355848" y="27432"/>
                </a:lnTo>
                <a:lnTo>
                  <a:pt x="3355848" y="0"/>
                </a:lnTo>
                <a:lnTo>
                  <a:pt x="3383280" y="0"/>
                </a:lnTo>
                <a:lnTo>
                  <a:pt x="3383280" y="27432"/>
                </a:lnTo>
                <a:moveTo>
                  <a:pt x="3438144" y="27432"/>
                </a:moveTo>
                <a:lnTo>
                  <a:pt x="3410712" y="27432"/>
                </a:lnTo>
                <a:lnTo>
                  <a:pt x="3410712" y="0"/>
                </a:lnTo>
                <a:lnTo>
                  <a:pt x="3438144" y="0"/>
                </a:lnTo>
                <a:lnTo>
                  <a:pt x="3438144" y="27432"/>
                </a:lnTo>
                <a:moveTo>
                  <a:pt x="3483864" y="27432"/>
                </a:moveTo>
                <a:lnTo>
                  <a:pt x="3456432" y="27432"/>
                </a:lnTo>
                <a:lnTo>
                  <a:pt x="3456432" y="0"/>
                </a:lnTo>
                <a:lnTo>
                  <a:pt x="3483864" y="0"/>
                </a:lnTo>
                <a:lnTo>
                  <a:pt x="3483864" y="27432"/>
                </a:lnTo>
                <a:moveTo>
                  <a:pt x="3538728" y="27432"/>
                </a:moveTo>
                <a:lnTo>
                  <a:pt x="3511296" y="27432"/>
                </a:lnTo>
                <a:lnTo>
                  <a:pt x="3511296" y="0"/>
                </a:lnTo>
                <a:lnTo>
                  <a:pt x="3538728" y="0"/>
                </a:lnTo>
                <a:lnTo>
                  <a:pt x="3538728" y="27432"/>
                </a:lnTo>
                <a:moveTo>
                  <a:pt x="3584448" y="27432"/>
                </a:moveTo>
                <a:lnTo>
                  <a:pt x="3566160" y="27432"/>
                </a:lnTo>
                <a:lnTo>
                  <a:pt x="3566160" y="0"/>
                </a:lnTo>
                <a:lnTo>
                  <a:pt x="3584448" y="0"/>
                </a:lnTo>
                <a:lnTo>
                  <a:pt x="3584448" y="27432"/>
                </a:lnTo>
                <a:moveTo>
                  <a:pt x="3639312" y="27432"/>
                </a:moveTo>
                <a:lnTo>
                  <a:pt x="3611880" y="27432"/>
                </a:lnTo>
                <a:lnTo>
                  <a:pt x="3611880" y="0"/>
                </a:lnTo>
                <a:lnTo>
                  <a:pt x="3639312" y="0"/>
                </a:lnTo>
                <a:lnTo>
                  <a:pt x="3639312" y="27432"/>
                </a:lnTo>
                <a:moveTo>
                  <a:pt x="3694176" y="27432"/>
                </a:moveTo>
                <a:lnTo>
                  <a:pt x="3666744" y="27432"/>
                </a:lnTo>
                <a:lnTo>
                  <a:pt x="3666744" y="0"/>
                </a:lnTo>
                <a:lnTo>
                  <a:pt x="3694176" y="0"/>
                </a:lnTo>
                <a:lnTo>
                  <a:pt x="3694176" y="27432"/>
                </a:lnTo>
                <a:moveTo>
                  <a:pt x="3739896" y="27432"/>
                </a:moveTo>
                <a:lnTo>
                  <a:pt x="3712464" y="27432"/>
                </a:lnTo>
                <a:lnTo>
                  <a:pt x="3712464" y="0"/>
                </a:lnTo>
                <a:lnTo>
                  <a:pt x="3739896" y="0"/>
                </a:lnTo>
                <a:lnTo>
                  <a:pt x="3739896" y="27432"/>
                </a:lnTo>
                <a:moveTo>
                  <a:pt x="3794760" y="27432"/>
                </a:moveTo>
                <a:lnTo>
                  <a:pt x="3767328" y="27432"/>
                </a:lnTo>
                <a:lnTo>
                  <a:pt x="3767328" y="0"/>
                </a:lnTo>
                <a:lnTo>
                  <a:pt x="3794760" y="0"/>
                </a:lnTo>
                <a:lnTo>
                  <a:pt x="3794760" y="27432"/>
                </a:lnTo>
                <a:moveTo>
                  <a:pt x="3840480" y="27432"/>
                </a:moveTo>
                <a:lnTo>
                  <a:pt x="3822192" y="27432"/>
                </a:lnTo>
                <a:lnTo>
                  <a:pt x="3822192" y="0"/>
                </a:lnTo>
                <a:lnTo>
                  <a:pt x="3840480" y="0"/>
                </a:lnTo>
                <a:lnTo>
                  <a:pt x="3840480" y="27432"/>
                </a:lnTo>
                <a:moveTo>
                  <a:pt x="3895344" y="27432"/>
                </a:moveTo>
                <a:lnTo>
                  <a:pt x="3867912" y="27432"/>
                </a:lnTo>
                <a:lnTo>
                  <a:pt x="3867912" y="0"/>
                </a:lnTo>
                <a:lnTo>
                  <a:pt x="3895344" y="0"/>
                </a:lnTo>
                <a:lnTo>
                  <a:pt x="3895344" y="27432"/>
                </a:lnTo>
                <a:moveTo>
                  <a:pt x="3950208" y="27432"/>
                </a:moveTo>
                <a:lnTo>
                  <a:pt x="3922776" y="27432"/>
                </a:lnTo>
                <a:lnTo>
                  <a:pt x="3922776" y="0"/>
                </a:lnTo>
                <a:lnTo>
                  <a:pt x="3950208" y="0"/>
                </a:lnTo>
                <a:lnTo>
                  <a:pt x="3950208" y="27432"/>
                </a:lnTo>
                <a:moveTo>
                  <a:pt x="3995928" y="27432"/>
                </a:moveTo>
                <a:lnTo>
                  <a:pt x="3968496" y="27432"/>
                </a:lnTo>
                <a:lnTo>
                  <a:pt x="3968496" y="0"/>
                </a:lnTo>
                <a:lnTo>
                  <a:pt x="3995928" y="0"/>
                </a:lnTo>
                <a:lnTo>
                  <a:pt x="3995928" y="27432"/>
                </a:lnTo>
                <a:moveTo>
                  <a:pt x="4050792" y="27432"/>
                </a:moveTo>
                <a:lnTo>
                  <a:pt x="4023360" y="27432"/>
                </a:lnTo>
                <a:lnTo>
                  <a:pt x="4023360" y="0"/>
                </a:lnTo>
                <a:lnTo>
                  <a:pt x="4050792" y="0"/>
                </a:lnTo>
                <a:lnTo>
                  <a:pt x="4050792" y="27432"/>
                </a:lnTo>
                <a:moveTo>
                  <a:pt x="4096512" y="27432"/>
                </a:moveTo>
                <a:lnTo>
                  <a:pt x="4078224" y="27432"/>
                </a:lnTo>
                <a:lnTo>
                  <a:pt x="4078224" y="0"/>
                </a:lnTo>
                <a:lnTo>
                  <a:pt x="4096512" y="0"/>
                </a:lnTo>
                <a:lnTo>
                  <a:pt x="4096512" y="27432"/>
                </a:lnTo>
                <a:moveTo>
                  <a:pt x="4151376" y="27432"/>
                </a:moveTo>
                <a:lnTo>
                  <a:pt x="4123944" y="27432"/>
                </a:lnTo>
                <a:lnTo>
                  <a:pt x="4123944" y="0"/>
                </a:lnTo>
                <a:lnTo>
                  <a:pt x="4151376" y="0"/>
                </a:lnTo>
                <a:lnTo>
                  <a:pt x="4151376" y="27432"/>
                </a:lnTo>
                <a:moveTo>
                  <a:pt x="4197096" y="27432"/>
                </a:moveTo>
                <a:lnTo>
                  <a:pt x="4178808" y="27432"/>
                </a:lnTo>
                <a:lnTo>
                  <a:pt x="4178808" y="0"/>
                </a:lnTo>
                <a:lnTo>
                  <a:pt x="4197096" y="0"/>
                </a:lnTo>
                <a:lnTo>
                  <a:pt x="4197096" y="27432"/>
                </a:lnTo>
                <a:moveTo>
                  <a:pt x="4251960" y="27432"/>
                </a:moveTo>
                <a:lnTo>
                  <a:pt x="4224528" y="27432"/>
                </a:lnTo>
                <a:lnTo>
                  <a:pt x="4224528" y="0"/>
                </a:lnTo>
                <a:lnTo>
                  <a:pt x="4251960" y="0"/>
                </a:lnTo>
                <a:lnTo>
                  <a:pt x="4251960" y="27432"/>
                </a:lnTo>
                <a:moveTo>
                  <a:pt x="4306824" y="27432"/>
                </a:moveTo>
                <a:lnTo>
                  <a:pt x="4279392" y="27432"/>
                </a:lnTo>
                <a:lnTo>
                  <a:pt x="4279392" y="0"/>
                </a:lnTo>
                <a:lnTo>
                  <a:pt x="4306824" y="0"/>
                </a:lnTo>
                <a:lnTo>
                  <a:pt x="4306824" y="27432"/>
                </a:lnTo>
                <a:moveTo>
                  <a:pt x="4352544" y="27432"/>
                </a:moveTo>
                <a:lnTo>
                  <a:pt x="4325112" y="27432"/>
                </a:lnTo>
                <a:lnTo>
                  <a:pt x="4325112" y="0"/>
                </a:lnTo>
                <a:lnTo>
                  <a:pt x="4352544" y="0"/>
                </a:lnTo>
                <a:lnTo>
                  <a:pt x="4352544" y="27432"/>
                </a:lnTo>
                <a:moveTo>
                  <a:pt x="4407408" y="27432"/>
                </a:moveTo>
                <a:lnTo>
                  <a:pt x="4379976" y="27432"/>
                </a:lnTo>
                <a:lnTo>
                  <a:pt x="4379976" y="0"/>
                </a:lnTo>
                <a:lnTo>
                  <a:pt x="4407408" y="0"/>
                </a:lnTo>
                <a:lnTo>
                  <a:pt x="4407408" y="27432"/>
                </a:lnTo>
                <a:moveTo>
                  <a:pt x="4453128" y="27432"/>
                </a:moveTo>
                <a:lnTo>
                  <a:pt x="4434840" y="27432"/>
                </a:lnTo>
                <a:lnTo>
                  <a:pt x="4434840" y="0"/>
                </a:lnTo>
                <a:lnTo>
                  <a:pt x="4453128" y="0"/>
                </a:lnTo>
                <a:lnTo>
                  <a:pt x="4453128" y="27432"/>
                </a:lnTo>
                <a:moveTo>
                  <a:pt x="4507992" y="27432"/>
                </a:moveTo>
                <a:lnTo>
                  <a:pt x="4480560" y="27432"/>
                </a:lnTo>
                <a:lnTo>
                  <a:pt x="4480560" y="0"/>
                </a:lnTo>
                <a:lnTo>
                  <a:pt x="4507992" y="0"/>
                </a:lnTo>
                <a:lnTo>
                  <a:pt x="4507992" y="27432"/>
                </a:lnTo>
                <a:moveTo>
                  <a:pt x="4544568" y="27432"/>
                </a:moveTo>
                <a:lnTo>
                  <a:pt x="4535424" y="27432"/>
                </a:lnTo>
                <a:lnTo>
                  <a:pt x="4535424" y="0"/>
                </a:lnTo>
                <a:lnTo>
                  <a:pt x="4544568" y="0"/>
                </a:lnTo>
                <a:lnTo>
                  <a:pt x="4544568" y="27432"/>
                </a:lnTo>
                <a:moveTo>
                  <a:pt x="1371600" y="54864"/>
                </a:moveTo>
                <a:lnTo>
                  <a:pt x="1362456" y="73152"/>
                </a:lnTo>
                <a:lnTo>
                  <a:pt x="1335024" y="64008"/>
                </a:lnTo>
                <a:lnTo>
                  <a:pt x="1353312" y="36576"/>
                </a:lnTo>
                <a:lnTo>
                  <a:pt x="1371600" y="54864"/>
                </a:lnTo>
                <a:moveTo>
                  <a:pt x="1353312" y="91440"/>
                </a:moveTo>
                <a:lnTo>
                  <a:pt x="1344168" y="118872"/>
                </a:lnTo>
                <a:lnTo>
                  <a:pt x="1316736" y="109728"/>
                </a:lnTo>
                <a:lnTo>
                  <a:pt x="1325880" y="82296"/>
                </a:lnTo>
                <a:lnTo>
                  <a:pt x="1353312" y="91440"/>
                </a:lnTo>
                <a:moveTo>
                  <a:pt x="1325880" y="137160"/>
                </a:moveTo>
                <a:lnTo>
                  <a:pt x="1316736" y="164592"/>
                </a:lnTo>
                <a:lnTo>
                  <a:pt x="1298448" y="146304"/>
                </a:lnTo>
                <a:lnTo>
                  <a:pt x="1307592" y="128016"/>
                </a:lnTo>
                <a:lnTo>
                  <a:pt x="1325880" y="137160"/>
                </a:lnTo>
                <a:moveTo>
                  <a:pt x="1307592" y="182880"/>
                </a:moveTo>
                <a:lnTo>
                  <a:pt x="1298448" y="201168"/>
                </a:lnTo>
                <a:lnTo>
                  <a:pt x="1271016" y="192024"/>
                </a:lnTo>
                <a:lnTo>
                  <a:pt x="1280160" y="173736"/>
                </a:lnTo>
                <a:lnTo>
                  <a:pt x="1307592" y="182880"/>
                </a:lnTo>
                <a:moveTo>
                  <a:pt x="1289304" y="228600"/>
                </a:moveTo>
                <a:lnTo>
                  <a:pt x="1271016" y="246888"/>
                </a:lnTo>
                <a:lnTo>
                  <a:pt x="1252728" y="237744"/>
                </a:lnTo>
                <a:lnTo>
                  <a:pt x="1261872" y="210312"/>
                </a:lnTo>
                <a:lnTo>
                  <a:pt x="1289304" y="228600"/>
                </a:lnTo>
                <a:moveTo>
                  <a:pt x="1261872" y="274320"/>
                </a:moveTo>
                <a:lnTo>
                  <a:pt x="1252728" y="292608"/>
                </a:lnTo>
                <a:lnTo>
                  <a:pt x="1234440" y="283464"/>
                </a:lnTo>
                <a:lnTo>
                  <a:pt x="1243584" y="256032"/>
                </a:lnTo>
                <a:lnTo>
                  <a:pt x="1261872" y="274320"/>
                </a:lnTo>
                <a:moveTo>
                  <a:pt x="1243584" y="310896"/>
                </a:moveTo>
                <a:lnTo>
                  <a:pt x="1234440" y="338328"/>
                </a:lnTo>
                <a:lnTo>
                  <a:pt x="1207008" y="320040"/>
                </a:lnTo>
                <a:lnTo>
                  <a:pt x="1216152" y="301752"/>
                </a:lnTo>
                <a:lnTo>
                  <a:pt x="1243584" y="310896"/>
                </a:lnTo>
                <a:moveTo>
                  <a:pt x="1216152" y="356616"/>
                </a:moveTo>
                <a:lnTo>
                  <a:pt x="1207008" y="374904"/>
                </a:lnTo>
                <a:lnTo>
                  <a:pt x="1188720" y="365760"/>
                </a:lnTo>
                <a:lnTo>
                  <a:pt x="1197864" y="347472"/>
                </a:lnTo>
                <a:lnTo>
                  <a:pt x="1216152" y="356616"/>
                </a:lnTo>
                <a:moveTo>
                  <a:pt x="1197864" y="402336"/>
                </a:moveTo>
                <a:lnTo>
                  <a:pt x="1188720" y="420624"/>
                </a:lnTo>
                <a:lnTo>
                  <a:pt x="1170432" y="420624"/>
                </a:lnTo>
                <a:lnTo>
                  <a:pt x="1170432" y="393192"/>
                </a:lnTo>
                <a:lnTo>
                  <a:pt x="1170432" y="393192"/>
                </a:lnTo>
                <a:lnTo>
                  <a:pt x="1179576" y="393192"/>
                </a:lnTo>
                <a:lnTo>
                  <a:pt x="1197864" y="402336"/>
                </a:lnTo>
                <a:moveTo>
                  <a:pt x="9144" y="420624"/>
                </a:moveTo>
                <a:lnTo>
                  <a:pt x="0" y="420624"/>
                </a:lnTo>
                <a:lnTo>
                  <a:pt x="0" y="393192"/>
                </a:lnTo>
                <a:lnTo>
                  <a:pt x="9144" y="393192"/>
                </a:lnTo>
                <a:lnTo>
                  <a:pt x="9144" y="420624"/>
                </a:lnTo>
                <a:moveTo>
                  <a:pt x="64008" y="420624"/>
                </a:moveTo>
                <a:lnTo>
                  <a:pt x="36576" y="420624"/>
                </a:lnTo>
                <a:lnTo>
                  <a:pt x="36576" y="393192"/>
                </a:lnTo>
                <a:lnTo>
                  <a:pt x="64008" y="393192"/>
                </a:lnTo>
                <a:lnTo>
                  <a:pt x="64008" y="420624"/>
                </a:lnTo>
                <a:moveTo>
                  <a:pt x="118872" y="420624"/>
                </a:moveTo>
                <a:lnTo>
                  <a:pt x="91440" y="420624"/>
                </a:lnTo>
                <a:lnTo>
                  <a:pt x="91440" y="393192"/>
                </a:lnTo>
                <a:lnTo>
                  <a:pt x="118872" y="393192"/>
                </a:lnTo>
                <a:lnTo>
                  <a:pt x="118872" y="420624"/>
                </a:lnTo>
                <a:moveTo>
                  <a:pt x="164592" y="420624"/>
                </a:moveTo>
                <a:lnTo>
                  <a:pt x="137160" y="420624"/>
                </a:lnTo>
                <a:lnTo>
                  <a:pt x="137160" y="393192"/>
                </a:lnTo>
                <a:lnTo>
                  <a:pt x="164592" y="393192"/>
                </a:lnTo>
                <a:lnTo>
                  <a:pt x="164592" y="420624"/>
                </a:lnTo>
                <a:moveTo>
                  <a:pt x="219456" y="420624"/>
                </a:moveTo>
                <a:lnTo>
                  <a:pt x="192024" y="420624"/>
                </a:lnTo>
                <a:lnTo>
                  <a:pt x="192024" y="393192"/>
                </a:lnTo>
                <a:lnTo>
                  <a:pt x="219456" y="393192"/>
                </a:lnTo>
                <a:lnTo>
                  <a:pt x="219456" y="420624"/>
                </a:lnTo>
                <a:moveTo>
                  <a:pt x="265176" y="420624"/>
                </a:moveTo>
                <a:lnTo>
                  <a:pt x="246888" y="420624"/>
                </a:lnTo>
                <a:lnTo>
                  <a:pt x="246888" y="393192"/>
                </a:lnTo>
                <a:lnTo>
                  <a:pt x="265176" y="393192"/>
                </a:lnTo>
                <a:lnTo>
                  <a:pt x="265176" y="420624"/>
                </a:lnTo>
                <a:moveTo>
                  <a:pt x="320040" y="420624"/>
                </a:moveTo>
                <a:lnTo>
                  <a:pt x="292608" y="420624"/>
                </a:lnTo>
                <a:lnTo>
                  <a:pt x="292608" y="393192"/>
                </a:lnTo>
                <a:lnTo>
                  <a:pt x="320040" y="393192"/>
                </a:lnTo>
                <a:lnTo>
                  <a:pt x="320040" y="420624"/>
                </a:lnTo>
                <a:moveTo>
                  <a:pt x="374904" y="420624"/>
                </a:moveTo>
                <a:lnTo>
                  <a:pt x="347472" y="420624"/>
                </a:lnTo>
                <a:lnTo>
                  <a:pt x="347472" y="393192"/>
                </a:lnTo>
                <a:lnTo>
                  <a:pt x="374904" y="393192"/>
                </a:lnTo>
                <a:lnTo>
                  <a:pt x="374904" y="420624"/>
                </a:lnTo>
                <a:moveTo>
                  <a:pt x="420624" y="420624"/>
                </a:moveTo>
                <a:lnTo>
                  <a:pt x="402336" y="420624"/>
                </a:lnTo>
                <a:lnTo>
                  <a:pt x="402336" y="393192"/>
                </a:lnTo>
                <a:lnTo>
                  <a:pt x="420624" y="393192"/>
                </a:lnTo>
                <a:lnTo>
                  <a:pt x="420624" y="420624"/>
                </a:lnTo>
                <a:moveTo>
                  <a:pt x="475488" y="420624"/>
                </a:moveTo>
                <a:lnTo>
                  <a:pt x="448056" y="420624"/>
                </a:lnTo>
                <a:lnTo>
                  <a:pt x="448056" y="393192"/>
                </a:lnTo>
                <a:lnTo>
                  <a:pt x="475488" y="393192"/>
                </a:lnTo>
                <a:lnTo>
                  <a:pt x="475488" y="420624"/>
                </a:lnTo>
                <a:moveTo>
                  <a:pt x="530352" y="420624"/>
                </a:moveTo>
                <a:lnTo>
                  <a:pt x="502920" y="420624"/>
                </a:lnTo>
                <a:lnTo>
                  <a:pt x="502920" y="393192"/>
                </a:lnTo>
                <a:lnTo>
                  <a:pt x="530352" y="393192"/>
                </a:lnTo>
                <a:lnTo>
                  <a:pt x="530352" y="420624"/>
                </a:lnTo>
                <a:moveTo>
                  <a:pt x="576072" y="420624"/>
                </a:moveTo>
                <a:lnTo>
                  <a:pt x="548640" y="420624"/>
                </a:lnTo>
                <a:lnTo>
                  <a:pt x="548640" y="393192"/>
                </a:lnTo>
                <a:lnTo>
                  <a:pt x="576072" y="393192"/>
                </a:lnTo>
                <a:lnTo>
                  <a:pt x="576072" y="420624"/>
                </a:lnTo>
                <a:moveTo>
                  <a:pt x="630936" y="420624"/>
                </a:moveTo>
                <a:lnTo>
                  <a:pt x="603504" y="420624"/>
                </a:lnTo>
                <a:lnTo>
                  <a:pt x="603504" y="393192"/>
                </a:lnTo>
                <a:lnTo>
                  <a:pt x="630936" y="393192"/>
                </a:lnTo>
                <a:lnTo>
                  <a:pt x="630936" y="420624"/>
                </a:lnTo>
                <a:moveTo>
                  <a:pt x="676656" y="420624"/>
                </a:moveTo>
                <a:lnTo>
                  <a:pt x="658368" y="420624"/>
                </a:lnTo>
                <a:lnTo>
                  <a:pt x="658368" y="393192"/>
                </a:lnTo>
                <a:lnTo>
                  <a:pt x="676656" y="393192"/>
                </a:lnTo>
                <a:lnTo>
                  <a:pt x="676656" y="420624"/>
                </a:lnTo>
                <a:moveTo>
                  <a:pt x="731520" y="420624"/>
                </a:moveTo>
                <a:lnTo>
                  <a:pt x="704088" y="420624"/>
                </a:lnTo>
                <a:lnTo>
                  <a:pt x="704088" y="393192"/>
                </a:lnTo>
                <a:lnTo>
                  <a:pt x="731520" y="393192"/>
                </a:lnTo>
                <a:lnTo>
                  <a:pt x="731520" y="420624"/>
                </a:lnTo>
                <a:moveTo>
                  <a:pt x="786384" y="420624"/>
                </a:moveTo>
                <a:lnTo>
                  <a:pt x="758952" y="420624"/>
                </a:lnTo>
                <a:lnTo>
                  <a:pt x="758952" y="393192"/>
                </a:lnTo>
                <a:lnTo>
                  <a:pt x="786384" y="393192"/>
                </a:lnTo>
                <a:lnTo>
                  <a:pt x="786384" y="420624"/>
                </a:lnTo>
                <a:moveTo>
                  <a:pt x="832104" y="420624"/>
                </a:moveTo>
                <a:lnTo>
                  <a:pt x="804672" y="420624"/>
                </a:lnTo>
                <a:lnTo>
                  <a:pt x="804672" y="393192"/>
                </a:lnTo>
                <a:lnTo>
                  <a:pt x="832104" y="393192"/>
                </a:lnTo>
                <a:lnTo>
                  <a:pt x="832104" y="420624"/>
                </a:lnTo>
                <a:moveTo>
                  <a:pt x="886968" y="420624"/>
                </a:moveTo>
                <a:lnTo>
                  <a:pt x="859536" y="420624"/>
                </a:lnTo>
                <a:lnTo>
                  <a:pt x="859536" y="393192"/>
                </a:lnTo>
                <a:lnTo>
                  <a:pt x="886968" y="393192"/>
                </a:lnTo>
                <a:lnTo>
                  <a:pt x="886968" y="420624"/>
                </a:lnTo>
                <a:moveTo>
                  <a:pt x="932688" y="420624"/>
                </a:moveTo>
                <a:lnTo>
                  <a:pt x="914400" y="420624"/>
                </a:lnTo>
                <a:lnTo>
                  <a:pt x="914400" y="393192"/>
                </a:lnTo>
                <a:lnTo>
                  <a:pt x="932688" y="393192"/>
                </a:lnTo>
                <a:lnTo>
                  <a:pt x="932688" y="420624"/>
                </a:lnTo>
                <a:moveTo>
                  <a:pt x="987552" y="420624"/>
                </a:moveTo>
                <a:lnTo>
                  <a:pt x="960120" y="420624"/>
                </a:lnTo>
                <a:lnTo>
                  <a:pt x="960120" y="393192"/>
                </a:lnTo>
                <a:lnTo>
                  <a:pt x="987552" y="393192"/>
                </a:lnTo>
                <a:lnTo>
                  <a:pt x="987552" y="420624"/>
                </a:lnTo>
                <a:moveTo>
                  <a:pt x="1042416" y="420624"/>
                </a:moveTo>
                <a:lnTo>
                  <a:pt x="1014984" y="420624"/>
                </a:lnTo>
                <a:lnTo>
                  <a:pt x="1014984" y="393192"/>
                </a:lnTo>
                <a:lnTo>
                  <a:pt x="1042416" y="393192"/>
                </a:lnTo>
                <a:lnTo>
                  <a:pt x="1042416" y="420624"/>
                </a:lnTo>
                <a:moveTo>
                  <a:pt x="1088136" y="420624"/>
                </a:moveTo>
                <a:lnTo>
                  <a:pt x="1069848" y="420624"/>
                </a:lnTo>
                <a:lnTo>
                  <a:pt x="1069848" y="393192"/>
                </a:lnTo>
                <a:lnTo>
                  <a:pt x="1088136" y="393192"/>
                </a:lnTo>
                <a:lnTo>
                  <a:pt x="1088136" y="420624"/>
                </a:lnTo>
                <a:moveTo>
                  <a:pt x="1143000" y="420624"/>
                </a:moveTo>
                <a:lnTo>
                  <a:pt x="1115568" y="420624"/>
                </a:lnTo>
                <a:lnTo>
                  <a:pt x="1115568" y="393192"/>
                </a:lnTo>
                <a:lnTo>
                  <a:pt x="1143000" y="393192"/>
                </a:lnTo>
                <a:lnTo>
                  <a:pt x="1143000" y="420624"/>
                </a:lnTo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1080000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对象2"/>
          <p:cNvSpPr/>
          <p:nvPr>
            <p:custDataLst>
              <p:tags r:id="rId2"/>
            </p:custDataLst>
          </p:nvPr>
        </p:nvSpPr>
        <p:spPr>
          <a:xfrm>
            <a:off x="7442200" y="3581083"/>
            <a:ext cx="4050792" cy="448056"/>
          </a:xfrm>
          <a:custGeom>
            <a:avLst/>
            <a:gdLst/>
            <a:ahLst/>
            <a:cxnLst/>
            <a:rect l="l" t="t" r="r" b="b"/>
            <a:pathLst>
              <a:path w="4050792" h="448056">
                <a:moveTo>
                  <a:pt x="877824" y="0"/>
                </a:moveTo>
                <a:lnTo>
                  <a:pt x="896112" y="0"/>
                </a:lnTo>
                <a:lnTo>
                  <a:pt x="896112" y="27432"/>
                </a:lnTo>
                <a:lnTo>
                  <a:pt x="886968" y="27432"/>
                </a:lnTo>
                <a:lnTo>
                  <a:pt x="886968" y="27432"/>
                </a:lnTo>
                <a:lnTo>
                  <a:pt x="868680" y="18288"/>
                </a:lnTo>
                <a:lnTo>
                  <a:pt x="877824" y="0"/>
                </a:lnTo>
                <a:moveTo>
                  <a:pt x="950976" y="27432"/>
                </a:moveTo>
                <a:lnTo>
                  <a:pt x="923544" y="27432"/>
                </a:lnTo>
                <a:lnTo>
                  <a:pt x="923544" y="0"/>
                </a:lnTo>
                <a:lnTo>
                  <a:pt x="950976" y="0"/>
                </a:lnTo>
                <a:lnTo>
                  <a:pt x="950976" y="27432"/>
                </a:lnTo>
                <a:moveTo>
                  <a:pt x="996696" y="27432"/>
                </a:moveTo>
                <a:lnTo>
                  <a:pt x="969264" y="27432"/>
                </a:lnTo>
                <a:lnTo>
                  <a:pt x="969264" y="0"/>
                </a:lnTo>
                <a:lnTo>
                  <a:pt x="996696" y="0"/>
                </a:lnTo>
                <a:lnTo>
                  <a:pt x="996696" y="27432"/>
                </a:lnTo>
                <a:moveTo>
                  <a:pt x="1051560" y="27432"/>
                </a:moveTo>
                <a:lnTo>
                  <a:pt x="1024128" y="27432"/>
                </a:lnTo>
                <a:lnTo>
                  <a:pt x="1024128" y="0"/>
                </a:lnTo>
                <a:lnTo>
                  <a:pt x="1051560" y="0"/>
                </a:lnTo>
                <a:lnTo>
                  <a:pt x="1051560" y="27432"/>
                </a:lnTo>
                <a:moveTo>
                  <a:pt x="1097280" y="27432"/>
                </a:moveTo>
                <a:lnTo>
                  <a:pt x="1069848" y="27432"/>
                </a:lnTo>
                <a:lnTo>
                  <a:pt x="1069848" y="0"/>
                </a:lnTo>
                <a:lnTo>
                  <a:pt x="1097280" y="0"/>
                </a:lnTo>
                <a:lnTo>
                  <a:pt x="1097280" y="27432"/>
                </a:lnTo>
                <a:moveTo>
                  <a:pt x="1152144" y="27432"/>
                </a:moveTo>
                <a:lnTo>
                  <a:pt x="1124712" y="27432"/>
                </a:lnTo>
                <a:lnTo>
                  <a:pt x="1124712" y="0"/>
                </a:lnTo>
                <a:lnTo>
                  <a:pt x="1152144" y="0"/>
                </a:lnTo>
                <a:lnTo>
                  <a:pt x="1152144" y="27432"/>
                </a:lnTo>
                <a:moveTo>
                  <a:pt x="1197864" y="27432"/>
                </a:moveTo>
                <a:lnTo>
                  <a:pt x="1179576" y="27432"/>
                </a:lnTo>
                <a:lnTo>
                  <a:pt x="1179576" y="0"/>
                </a:lnTo>
                <a:lnTo>
                  <a:pt x="1197864" y="0"/>
                </a:lnTo>
                <a:lnTo>
                  <a:pt x="1197864" y="27432"/>
                </a:lnTo>
                <a:moveTo>
                  <a:pt x="1252728" y="27432"/>
                </a:moveTo>
                <a:lnTo>
                  <a:pt x="1225296" y="27432"/>
                </a:lnTo>
                <a:lnTo>
                  <a:pt x="1225296" y="0"/>
                </a:lnTo>
                <a:lnTo>
                  <a:pt x="1252728" y="0"/>
                </a:lnTo>
                <a:lnTo>
                  <a:pt x="1252728" y="27432"/>
                </a:lnTo>
                <a:moveTo>
                  <a:pt x="1307592" y="27432"/>
                </a:moveTo>
                <a:lnTo>
                  <a:pt x="1280160" y="27432"/>
                </a:lnTo>
                <a:lnTo>
                  <a:pt x="1280160" y="0"/>
                </a:lnTo>
                <a:lnTo>
                  <a:pt x="1307592" y="0"/>
                </a:lnTo>
                <a:lnTo>
                  <a:pt x="1307592" y="27432"/>
                </a:lnTo>
                <a:moveTo>
                  <a:pt x="1353312" y="27432"/>
                </a:moveTo>
                <a:lnTo>
                  <a:pt x="1325880" y="27432"/>
                </a:lnTo>
                <a:lnTo>
                  <a:pt x="1325880" y="0"/>
                </a:lnTo>
                <a:lnTo>
                  <a:pt x="1353312" y="0"/>
                </a:lnTo>
                <a:lnTo>
                  <a:pt x="1353312" y="27432"/>
                </a:lnTo>
                <a:moveTo>
                  <a:pt x="1408176" y="27432"/>
                </a:moveTo>
                <a:lnTo>
                  <a:pt x="1380744" y="27432"/>
                </a:lnTo>
                <a:lnTo>
                  <a:pt x="1380744" y="0"/>
                </a:lnTo>
                <a:lnTo>
                  <a:pt x="1408176" y="0"/>
                </a:lnTo>
                <a:lnTo>
                  <a:pt x="1408176" y="27432"/>
                </a:lnTo>
                <a:moveTo>
                  <a:pt x="1453896" y="27432"/>
                </a:moveTo>
                <a:lnTo>
                  <a:pt x="1435608" y="27432"/>
                </a:lnTo>
                <a:lnTo>
                  <a:pt x="1435608" y="0"/>
                </a:lnTo>
                <a:lnTo>
                  <a:pt x="1453896" y="0"/>
                </a:lnTo>
                <a:lnTo>
                  <a:pt x="1453896" y="27432"/>
                </a:lnTo>
                <a:moveTo>
                  <a:pt x="1508760" y="27432"/>
                </a:moveTo>
                <a:lnTo>
                  <a:pt x="1481328" y="27432"/>
                </a:lnTo>
                <a:lnTo>
                  <a:pt x="1481328" y="0"/>
                </a:lnTo>
                <a:lnTo>
                  <a:pt x="1508760" y="0"/>
                </a:lnTo>
                <a:lnTo>
                  <a:pt x="1508760" y="27432"/>
                </a:lnTo>
                <a:moveTo>
                  <a:pt x="1563624" y="27432"/>
                </a:moveTo>
                <a:lnTo>
                  <a:pt x="1536192" y="27432"/>
                </a:lnTo>
                <a:lnTo>
                  <a:pt x="1536192" y="0"/>
                </a:lnTo>
                <a:lnTo>
                  <a:pt x="1563624" y="0"/>
                </a:lnTo>
                <a:lnTo>
                  <a:pt x="1563624" y="27432"/>
                </a:lnTo>
                <a:moveTo>
                  <a:pt x="1609344" y="27432"/>
                </a:moveTo>
                <a:lnTo>
                  <a:pt x="1581912" y="27432"/>
                </a:lnTo>
                <a:lnTo>
                  <a:pt x="1581912" y="0"/>
                </a:lnTo>
                <a:lnTo>
                  <a:pt x="1609344" y="0"/>
                </a:lnTo>
                <a:lnTo>
                  <a:pt x="1609344" y="27432"/>
                </a:lnTo>
                <a:moveTo>
                  <a:pt x="1664208" y="27432"/>
                </a:moveTo>
                <a:lnTo>
                  <a:pt x="1636776" y="27432"/>
                </a:lnTo>
                <a:lnTo>
                  <a:pt x="1636776" y="0"/>
                </a:lnTo>
                <a:lnTo>
                  <a:pt x="1664208" y="0"/>
                </a:lnTo>
                <a:lnTo>
                  <a:pt x="1664208" y="27432"/>
                </a:lnTo>
                <a:moveTo>
                  <a:pt x="1709928" y="27432"/>
                </a:moveTo>
                <a:lnTo>
                  <a:pt x="1691640" y="27432"/>
                </a:lnTo>
                <a:lnTo>
                  <a:pt x="1691640" y="0"/>
                </a:lnTo>
                <a:lnTo>
                  <a:pt x="1709928" y="0"/>
                </a:lnTo>
                <a:lnTo>
                  <a:pt x="1709928" y="27432"/>
                </a:lnTo>
                <a:moveTo>
                  <a:pt x="1764792" y="27432"/>
                </a:moveTo>
                <a:lnTo>
                  <a:pt x="1737360" y="27432"/>
                </a:lnTo>
                <a:lnTo>
                  <a:pt x="1737360" y="0"/>
                </a:lnTo>
                <a:lnTo>
                  <a:pt x="1764792" y="0"/>
                </a:lnTo>
                <a:lnTo>
                  <a:pt x="1764792" y="27432"/>
                </a:lnTo>
                <a:moveTo>
                  <a:pt x="1819656" y="27432"/>
                </a:moveTo>
                <a:lnTo>
                  <a:pt x="1792224" y="27432"/>
                </a:lnTo>
                <a:lnTo>
                  <a:pt x="1792224" y="0"/>
                </a:lnTo>
                <a:lnTo>
                  <a:pt x="1819656" y="0"/>
                </a:lnTo>
                <a:lnTo>
                  <a:pt x="1819656" y="27432"/>
                </a:lnTo>
                <a:moveTo>
                  <a:pt x="1865376" y="27432"/>
                </a:moveTo>
                <a:lnTo>
                  <a:pt x="1837944" y="27432"/>
                </a:lnTo>
                <a:lnTo>
                  <a:pt x="1837944" y="0"/>
                </a:lnTo>
                <a:lnTo>
                  <a:pt x="1865376" y="0"/>
                </a:lnTo>
                <a:lnTo>
                  <a:pt x="1865376" y="27432"/>
                </a:lnTo>
                <a:moveTo>
                  <a:pt x="1920240" y="27432"/>
                </a:moveTo>
                <a:lnTo>
                  <a:pt x="1892808" y="27432"/>
                </a:lnTo>
                <a:lnTo>
                  <a:pt x="1892808" y="0"/>
                </a:lnTo>
                <a:lnTo>
                  <a:pt x="1920240" y="0"/>
                </a:lnTo>
                <a:lnTo>
                  <a:pt x="1920240" y="27432"/>
                </a:lnTo>
                <a:moveTo>
                  <a:pt x="1965960" y="27432"/>
                </a:moveTo>
                <a:lnTo>
                  <a:pt x="1947672" y="27432"/>
                </a:lnTo>
                <a:lnTo>
                  <a:pt x="1947672" y="0"/>
                </a:lnTo>
                <a:lnTo>
                  <a:pt x="1965960" y="0"/>
                </a:lnTo>
                <a:lnTo>
                  <a:pt x="1965960" y="27432"/>
                </a:lnTo>
                <a:moveTo>
                  <a:pt x="2020824" y="27432"/>
                </a:moveTo>
                <a:lnTo>
                  <a:pt x="1993392" y="27432"/>
                </a:lnTo>
                <a:lnTo>
                  <a:pt x="1993392" y="0"/>
                </a:lnTo>
                <a:lnTo>
                  <a:pt x="2020824" y="0"/>
                </a:lnTo>
                <a:lnTo>
                  <a:pt x="2020824" y="27432"/>
                </a:lnTo>
                <a:moveTo>
                  <a:pt x="2066544" y="27432"/>
                </a:moveTo>
                <a:lnTo>
                  <a:pt x="2048256" y="27432"/>
                </a:lnTo>
                <a:lnTo>
                  <a:pt x="2048256" y="0"/>
                </a:lnTo>
                <a:lnTo>
                  <a:pt x="2066544" y="0"/>
                </a:lnTo>
                <a:lnTo>
                  <a:pt x="2066544" y="27432"/>
                </a:lnTo>
                <a:moveTo>
                  <a:pt x="2121408" y="27432"/>
                </a:moveTo>
                <a:lnTo>
                  <a:pt x="2093976" y="27432"/>
                </a:lnTo>
                <a:lnTo>
                  <a:pt x="2093976" y="0"/>
                </a:lnTo>
                <a:lnTo>
                  <a:pt x="2121408" y="0"/>
                </a:lnTo>
                <a:lnTo>
                  <a:pt x="2121408" y="27432"/>
                </a:lnTo>
                <a:moveTo>
                  <a:pt x="2176272" y="27432"/>
                </a:moveTo>
                <a:lnTo>
                  <a:pt x="2148840" y="27432"/>
                </a:lnTo>
                <a:lnTo>
                  <a:pt x="2148840" y="0"/>
                </a:lnTo>
                <a:lnTo>
                  <a:pt x="2176272" y="0"/>
                </a:lnTo>
                <a:lnTo>
                  <a:pt x="2176272" y="27432"/>
                </a:lnTo>
                <a:moveTo>
                  <a:pt x="2221992" y="27432"/>
                </a:moveTo>
                <a:lnTo>
                  <a:pt x="2194560" y="27432"/>
                </a:lnTo>
                <a:lnTo>
                  <a:pt x="2194560" y="0"/>
                </a:lnTo>
                <a:lnTo>
                  <a:pt x="2221992" y="0"/>
                </a:lnTo>
                <a:lnTo>
                  <a:pt x="2221992" y="27432"/>
                </a:lnTo>
                <a:moveTo>
                  <a:pt x="2276856" y="27432"/>
                </a:moveTo>
                <a:lnTo>
                  <a:pt x="2249424" y="27432"/>
                </a:lnTo>
                <a:lnTo>
                  <a:pt x="2249424" y="0"/>
                </a:lnTo>
                <a:lnTo>
                  <a:pt x="2276856" y="0"/>
                </a:lnTo>
                <a:lnTo>
                  <a:pt x="2276856" y="27432"/>
                </a:lnTo>
                <a:moveTo>
                  <a:pt x="2322576" y="27432"/>
                </a:moveTo>
                <a:lnTo>
                  <a:pt x="2304288" y="27432"/>
                </a:lnTo>
                <a:lnTo>
                  <a:pt x="2304288" y="0"/>
                </a:lnTo>
                <a:lnTo>
                  <a:pt x="2322576" y="0"/>
                </a:lnTo>
                <a:lnTo>
                  <a:pt x="2322576" y="27432"/>
                </a:lnTo>
                <a:moveTo>
                  <a:pt x="2377440" y="27432"/>
                </a:moveTo>
                <a:lnTo>
                  <a:pt x="2350008" y="27432"/>
                </a:lnTo>
                <a:lnTo>
                  <a:pt x="2350008" y="0"/>
                </a:lnTo>
                <a:lnTo>
                  <a:pt x="2377440" y="0"/>
                </a:lnTo>
                <a:lnTo>
                  <a:pt x="2377440" y="27432"/>
                </a:lnTo>
                <a:moveTo>
                  <a:pt x="2432304" y="27432"/>
                </a:moveTo>
                <a:lnTo>
                  <a:pt x="2404872" y="27432"/>
                </a:lnTo>
                <a:lnTo>
                  <a:pt x="2404872" y="0"/>
                </a:lnTo>
                <a:lnTo>
                  <a:pt x="2432304" y="0"/>
                </a:lnTo>
                <a:lnTo>
                  <a:pt x="2432304" y="27432"/>
                </a:lnTo>
                <a:moveTo>
                  <a:pt x="2478024" y="27432"/>
                </a:moveTo>
                <a:lnTo>
                  <a:pt x="2450592" y="27432"/>
                </a:lnTo>
                <a:lnTo>
                  <a:pt x="2450592" y="0"/>
                </a:lnTo>
                <a:lnTo>
                  <a:pt x="2478024" y="0"/>
                </a:lnTo>
                <a:lnTo>
                  <a:pt x="2478024" y="27432"/>
                </a:lnTo>
                <a:moveTo>
                  <a:pt x="2532888" y="27432"/>
                </a:moveTo>
                <a:lnTo>
                  <a:pt x="2505456" y="27432"/>
                </a:lnTo>
                <a:lnTo>
                  <a:pt x="2505456" y="0"/>
                </a:lnTo>
                <a:lnTo>
                  <a:pt x="2532888" y="0"/>
                </a:lnTo>
                <a:lnTo>
                  <a:pt x="2532888" y="27432"/>
                </a:lnTo>
                <a:moveTo>
                  <a:pt x="2578608" y="27432"/>
                </a:moveTo>
                <a:lnTo>
                  <a:pt x="2560320" y="27432"/>
                </a:lnTo>
                <a:lnTo>
                  <a:pt x="2560320" y="0"/>
                </a:lnTo>
                <a:lnTo>
                  <a:pt x="2578608" y="0"/>
                </a:lnTo>
                <a:lnTo>
                  <a:pt x="2578608" y="27432"/>
                </a:lnTo>
                <a:moveTo>
                  <a:pt x="2633472" y="27432"/>
                </a:moveTo>
                <a:lnTo>
                  <a:pt x="2606040" y="27432"/>
                </a:lnTo>
                <a:lnTo>
                  <a:pt x="2606040" y="0"/>
                </a:lnTo>
                <a:lnTo>
                  <a:pt x="2633472" y="0"/>
                </a:lnTo>
                <a:lnTo>
                  <a:pt x="2633472" y="27432"/>
                </a:lnTo>
                <a:moveTo>
                  <a:pt x="2688336" y="27432"/>
                </a:moveTo>
                <a:lnTo>
                  <a:pt x="2660904" y="27432"/>
                </a:lnTo>
                <a:lnTo>
                  <a:pt x="2660904" y="0"/>
                </a:lnTo>
                <a:lnTo>
                  <a:pt x="2688336" y="0"/>
                </a:lnTo>
                <a:lnTo>
                  <a:pt x="2688336" y="27432"/>
                </a:lnTo>
                <a:moveTo>
                  <a:pt x="2734056" y="27432"/>
                </a:moveTo>
                <a:lnTo>
                  <a:pt x="2706624" y="27432"/>
                </a:lnTo>
                <a:lnTo>
                  <a:pt x="2706624" y="0"/>
                </a:lnTo>
                <a:lnTo>
                  <a:pt x="2734056" y="0"/>
                </a:lnTo>
                <a:lnTo>
                  <a:pt x="2734056" y="27432"/>
                </a:lnTo>
                <a:moveTo>
                  <a:pt x="2788920" y="27432"/>
                </a:moveTo>
                <a:lnTo>
                  <a:pt x="2761488" y="27432"/>
                </a:lnTo>
                <a:lnTo>
                  <a:pt x="2761488" y="0"/>
                </a:lnTo>
                <a:lnTo>
                  <a:pt x="2788920" y="0"/>
                </a:lnTo>
                <a:lnTo>
                  <a:pt x="2788920" y="27432"/>
                </a:lnTo>
                <a:moveTo>
                  <a:pt x="2834640" y="27432"/>
                </a:moveTo>
                <a:lnTo>
                  <a:pt x="2816352" y="27432"/>
                </a:lnTo>
                <a:lnTo>
                  <a:pt x="2816352" y="0"/>
                </a:lnTo>
                <a:lnTo>
                  <a:pt x="2834640" y="0"/>
                </a:lnTo>
                <a:lnTo>
                  <a:pt x="2834640" y="27432"/>
                </a:lnTo>
                <a:moveTo>
                  <a:pt x="2889504" y="27432"/>
                </a:moveTo>
                <a:lnTo>
                  <a:pt x="2862072" y="27432"/>
                </a:lnTo>
                <a:lnTo>
                  <a:pt x="2862072" y="0"/>
                </a:lnTo>
                <a:lnTo>
                  <a:pt x="2889504" y="0"/>
                </a:lnTo>
                <a:lnTo>
                  <a:pt x="2889504" y="27432"/>
                </a:lnTo>
                <a:moveTo>
                  <a:pt x="2935224" y="27432"/>
                </a:moveTo>
                <a:lnTo>
                  <a:pt x="2916936" y="27432"/>
                </a:lnTo>
                <a:lnTo>
                  <a:pt x="2916936" y="0"/>
                </a:lnTo>
                <a:lnTo>
                  <a:pt x="2935224" y="0"/>
                </a:lnTo>
                <a:lnTo>
                  <a:pt x="2935224" y="27432"/>
                </a:lnTo>
                <a:moveTo>
                  <a:pt x="2990088" y="27432"/>
                </a:moveTo>
                <a:lnTo>
                  <a:pt x="2962656" y="27432"/>
                </a:lnTo>
                <a:lnTo>
                  <a:pt x="2962656" y="0"/>
                </a:lnTo>
                <a:lnTo>
                  <a:pt x="2990088" y="0"/>
                </a:lnTo>
                <a:lnTo>
                  <a:pt x="2990088" y="27432"/>
                </a:lnTo>
                <a:moveTo>
                  <a:pt x="3044952" y="27432"/>
                </a:moveTo>
                <a:lnTo>
                  <a:pt x="3017520" y="27432"/>
                </a:lnTo>
                <a:lnTo>
                  <a:pt x="3017520" y="0"/>
                </a:lnTo>
                <a:lnTo>
                  <a:pt x="3044952" y="0"/>
                </a:lnTo>
                <a:lnTo>
                  <a:pt x="3044952" y="27432"/>
                </a:lnTo>
                <a:moveTo>
                  <a:pt x="3090672" y="27432"/>
                </a:moveTo>
                <a:lnTo>
                  <a:pt x="3063240" y="27432"/>
                </a:lnTo>
                <a:lnTo>
                  <a:pt x="3063240" y="0"/>
                </a:lnTo>
                <a:lnTo>
                  <a:pt x="3090672" y="0"/>
                </a:lnTo>
                <a:lnTo>
                  <a:pt x="3090672" y="27432"/>
                </a:lnTo>
                <a:moveTo>
                  <a:pt x="3145536" y="27432"/>
                </a:moveTo>
                <a:lnTo>
                  <a:pt x="3118104" y="27432"/>
                </a:lnTo>
                <a:lnTo>
                  <a:pt x="3118104" y="0"/>
                </a:lnTo>
                <a:lnTo>
                  <a:pt x="3145536" y="0"/>
                </a:lnTo>
                <a:lnTo>
                  <a:pt x="3145536" y="27432"/>
                </a:lnTo>
                <a:moveTo>
                  <a:pt x="3191256" y="27432"/>
                </a:moveTo>
                <a:lnTo>
                  <a:pt x="3172968" y="27432"/>
                </a:lnTo>
                <a:lnTo>
                  <a:pt x="3172968" y="0"/>
                </a:lnTo>
                <a:lnTo>
                  <a:pt x="3191256" y="0"/>
                </a:lnTo>
                <a:lnTo>
                  <a:pt x="3191256" y="27432"/>
                </a:lnTo>
                <a:moveTo>
                  <a:pt x="3246120" y="27432"/>
                </a:moveTo>
                <a:lnTo>
                  <a:pt x="3218688" y="27432"/>
                </a:lnTo>
                <a:lnTo>
                  <a:pt x="3218688" y="0"/>
                </a:lnTo>
                <a:lnTo>
                  <a:pt x="3246120" y="0"/>
                </a:lnTo>
                <a:lnTo>
                  <a:pt x="3246120" y="27432"/>
                </a:lnTo>
                <a:moveTo>
                  <a:pt x="3300984" y="27432"/>
                </a:moveTo>
                <a:lnTo>
                  <a:pt x="3273552" y="27432"/>
                </a:lnTo>
                <a:lnTo>
                  <a:pt x="3273552" y="0"/>
                </a:lnTo>
                <a:lnTo>
                  <a:pt x="3300984" y="0"/>
                </a:lnTo>
                <a:lnTo>
                  <a:pt x="3300984" y="27432"/>
                </a:lnTo>
                <a:moveTo>
                  <a:pt x="3346704" y="27432"/>
                </a:moveTo>
                <a:lnTo>
                  <a:pt x="3319272" y="27432"/>
                </a:lnTo>
                <a:lnTo>
                  <a:pt x="3319272" y="0"/>
                </a:lnTo>
                <a:lnTo>
                  <a:pt x="3346704" y="0"/>
                </a:lnTo>
                <a:lnTo>
                  <a:pt x="3346704" y="27432"/>
                </a:lnTo>
                <a:moveTo>
                  <a:pt x="3401568" y="27432"/>
                </a:moveTo>
                <a:lnTo>
                  <a:pt x="3374136" y="27432"/>
                </a:lnTo>
                <a:lnTo>
                  <a:pt x="3374136" y="0"/>
                </a:lnTo>
                <a:lnTo>
                  <a:pt x="3401568" y="0"/>
                </a:lnTo>
                <a:lnTo>
                  <a:pt x="3401568" y="27432"/>
                </a:lnTo>
                <a:moveTo>
                  <a:pt x="3447288" y="27432"/>
                </a:moveTo>
                <a:lnTo>
                  <a:pt x="3429000" y="27432"/>
                </a:lnTo>
                <a:lnTo>
                  <a:pt x="3429000" y="0"/>
                </a:lnTo>
                <a:lnTo>
                  <a:pt x="3447288" y="0"/>
                </a:lnTo>
                <a:lnTo>
                  <a:pt x="3447288" y="27432"/>
                </a:lnTo>
                <a:moveTo>
                  <a:pt x="3502152" y="27432"/>
                </a:moveTo>
                <a:lnTo>
                  <a:pt x="3474720" y="27432"/>
                </a:lnTo>
                <a:lnTo>
                  <a:pt x="3474720" y="0"/>
                </a:lnTo>
                <a:lnTo>
                  <a:pt x="3502152" y="0"/>
                </a:lnTo>
                <a:lnTo>
                  <a:pt x="3502152" y="27432"/>
                </a:lnTo>
                <a:moveTo>
                  <a:pt x="3557016" y="27432"/>
                </a:moveTo>
                <a:lnTo>
                  <a:pt x="3529584" y="27432"/>
                </a:lnTo>
                <a:lnTo>
                  <a:pt x="3529584" y="0"/>
                </a:lnTo>
                <a:lnTo>
                  <a:pt x="3557016" y="0"/>
                </a:lnTo>
                <a:lnTo>
                  <a:pt x="3557016" y="27432"/>
                </a:lnTo>
                <a:moveTo>
                  <a:pt x="3602736" y="27432"/>
                </a:moveTo>
                <a:lnTo>
                  <a:pt x="3575304" y="27432"/>
                </a:lnTo>
                <a:lnTo>
                  <a:pt x="3575304" y="0"/>
                </a:lnTo>
                <a:lnTo>
                  <a:pt x="3602736" y="0"/>
                </a:lnTo>
                <a:lnTo>
                  <a:pt x="3602736" y="27432"/>
                </a:lnTo>
                <a:moveTo>
                  <a:pt x="3657600" y="27432"/>
                </a:moveTo>
                <a:lnTo>
                  <a:pt x="3630168" y="27432"/>
                </a:lnTo>
                <a:lnTo>
                  <a:pt x="3630168" y="0"/>
                </a:lnTo>
                <a:lnTo>
                  <a:pt x="3657600" y="0"/>
                </a:lnTo>
                <a:lnTo>
                  <a:pt x="3657600" y="27432"/>
                </a:lnTo>
                <a:moveTo>
                  <a:pt x="3703320" y="27432"/>
                </a:moveTo>
                <a:lnTo>
                  <a:pt x="3685032" y="27432"/>
                </a:lnTo>
                <a:lnTo>
                  <a:pt x="3685032" y="0"/>
                </a:lnTo>
                <a:lnTo>
                  <a:pt x="3703320" y="0"/>
                </a:lnTo>
                <a:lnTo>
                  <a:pt x="3703320" y="27432"/>
                </a:lnTo>
                <a:moveTo>
                  <a:pt x="3758184" y="27432"/>
                </a:moveTo>
                <a:lnTo>
                  <a:pt x="3730752" y="27432"/>
                </a:lnTo>
                <a:lnTo>
                  <a:pt x="3730752" y="0"/>
                </a:lnTo>
                <a:lnTo>
                  <a:pt x="3758184" y="0"/>
                </a:lnTo>
                <a:lnTo>
                  <a:pt x="3758184" y="27432"/>
                </a:lnTo>
                <a:moveTo>
                  <a:pt x="3813048" y="27432"/>
                </a:moveTo>
                <a:lnTo>
                  <a:pt x="3785616" y="27432"/>
                </a:lnTo>
                <a:lnTo>
                  <a:pt x="3785616" y="0"/>
                </a:lnTo>
                <a:lnTo>
                  <a:pt x="3813048" y="0"/>
                </a:lnTo>
                <a:lnTo>
                  <a:pt x="3813048" y="27432"/>
                </a:lnTo>
                <a:moveTo>
                  <a:pt x="3858768" y="27432"/>
                </a:moveTo>
                <a:lnTo>
                  <a:pt x="3831336" y="27432"/>
                </a:lnTo>
                <a:lnTo>
                  <a:pt x="3831336" y="0"/>
                </a:lnTo>
                <a:lnTo>
                  <a:pt x="3858768" y="0"/>
                </a:lnTo>
                <a:lnTo>
                  <a:pt x="3858768" y="27432"/>
                </a:lnTo>
                <a:moveTo>
                  <a:pt x="3913632" y="27432"/>
                </a:moveTo>
                <a:lnTo>
                  <a:pt x="3886200" y="27432"/>
                </a:lnTo>
                <a:lnTo>
                  <a:pt x="3886200" y="0"/>
                </a:lnTo>
                <a:lnTo>
                  <a:pt x="3913632" y="0"/>
                </a:lnTo>
                <a:lnTo>
                  <a:pt x="3913632" y="27432"/>
                </a:lnTo>
                <a:moveTo>
                  <a:pt x="3959352" y="27432"/>
                </a:moveTo>
                <a:lnTo>
                  <a:pt x="3931920" y="27432"/>
                </a:lnTo>
                <a:lnTo>
                  <a:pt x="3931920" y="0"/>
                </a:lnTo>
                <a:lnTo>
                  <a:pt x="3959352" y="0"/>
                </a:lnTo>
                <a:lnTo>
                  <a:pt x="3959352" y="27432"/>
                </a:lnTo>
                <a:moveTo>
                  <a:pt x="4014216" y="27432"/>
                </a:moveTo>
                <a:lnTo>
                  <a:pt x="3986784" y="27432"/>
                </a:lnTo>
                <a:lnTo>
                  <a:pt x="3986784" y="0"/>
                </a:lnTo>
                <a:lnTo>
                  <a:pt x="4014216" y="0"/>
                </a:lnTo>
                <a:lnTo>
                  <a:pt x="4014216" y="27432"/>
                </a:lnTo>
                <a:moveTo>
                  <a:pt x="4050792" y="27432"/>
                </a:moveTo>
                <a:lnTo>
                  <a:pt x="4041648" y="27432"/>
                </a:lnTo>
                <a:lnTo>
                  <a:pt x="4041648" y="0"/>
                </a:lnTo>
                <a:lnTo>
                  <a:pt x="4050792" y="0"/>
                </a:lnTo>
                <a:lnTo>
                  <a:pt x="4050792" y="27432"/>
                </a:lnTo>
                <a:moveTo>
                  <a:pt x="877824" y="54864"/>
                </a:moveTo>
                <a:lnTo>
                  <a:pt x="868680" y="73152"/>
                </a:lnTo>
                <a:lnTo>
                  <a:pt x="841248" y="64008"/>
                </a:lnTo>
                <a:lnTo>
                  <a:pt x="850392" y="45720"/>
                </a:lnTo>
                <a:lnTo>
                  <a:pt x="877824" y="54864"/>
                </a:lnTo>
                <a:moveTo>
                  <a:pt x="859536" y="100584"/>
                </a:moveTo>
                <a:lnTo>
                  <a:pt x="841248" y="118872"/>
                </a:lnTo>
                <a:lnTo>
                  <a:pt x="822960" y="109728"/>
                </a:lnTo>
                <a:lnTo>
                  <a:pt x="832104" y="91440"/>
                </a:lnTo>
                <a:lnTo>
                  <a:pt x="859536" y="100584"/>
                </a:lnTo>
                <a:moveTo>
                  <a:pt x="832104" y="146304"/>
                </a:moveTo>
                <a:lnTo>
                  <a:pt x="822960" y="173736"/>
                </a:lnTo>
                <a:lnTo>
                  <a:pt x="795528" y="155448"/>
                </a:lnTo>
                <a:lnTo>
                  <a:pt x="813816" y="137160"/>
                </a:lnTo>
                <a:lnTo>
                  <a:pt x="832104" y="146304"/>
                </a:lnTo>
                <a:moveTo>
                  <a:pt x="813816" y="192024"/>
                </a:moveTo>
                <a:lnTo>
                  <a:pt x="804672" y="219456"/>
                </a:lnTo>
                <a:lnTo>
                  <a:pt x="777240" y="201168"/>
                </a:lnTo>
                <a:lnTo>
                  <a:pt x="786384" y="182880"/>
                </a:lnTo>
                <a:lnTo>
                  <a:pt x="813816" y="192024"/>
                </a:lnTo>
                <a:moveTo>
                  <a:pt x="786384" y="237744"/>
                </a:moveTo>
                <a:lnTo>
                  <a:pt x="777240" y="265176"/>
                </a:lnTo>
                <a:lnTo>
                  <a:pt x="758952" y="256032"/>
                </a:lnTo>
                <a:lnTo>
                  <a:pt x="768096" y="228600"/>
                </a:lnTo>
                <a:lnTo>
                  <a:pt x="786384" y="237744"/>
                </a:lnTo>
                <a:moveTo>
                  <a:pt x="768096" y="283464"/>
                </a:moveTo>
                <a:lnTo>
                  <a:pt x="758952" y="310896"/>
                </a:lnTo>
                <a:lnTo>
                  <a:pt x="731520" y="301752"/>
                </a:lnTo>
                <a:lnTo>
                  <a:pt x="749808" y="274320"/>
                </a:lnTo>
                <a:lnTo>
                  <a:pt x="768096" y="283464"/>
                </a:lnTo>
                <a:moveTo>
                  <a:pt x="749808" y="329184"/>
                </a:moveTo>
                <a:lnTo>
                  <a:pt x="731520" y="356616"/>
                </a:lnTo>
                <a:lnTo>
                  <a:pt x="713232" y="347472"/>
                </a:lnTo>
                <a:lnTo>
                  <a:pt x="722376" y="320040"/>
                </a:lnTo>
                <a:lnTo>
                  <a:pt x="749808" y="329184"/>
                </a:lnTo>
                <a:moveTo>
                  <a:pt x="722376" y="374904"/>
                </a:moveTo>
                <a:lnTo>
                  <a:pt x="713232" y="402336"/>
                </a:lnTo>
                <a:lnTo>
                  <a:pt x="694944" y="393192"/>
                </a:lnTo>
                <a:lnTo>
                  <a:pt x="704088" y="365760"/>
                </a:lnTo>
                <a:lnTo>
                  <a:pt x="722376" y="374904"/>
                </a:lnTo>
                <a:moveTo>
                  <a:pt x="704088" y="429768"/>
                </a:moveTo>
                <a:lnTo>
                  <a:pt x="694944" y="448056"/>
                </a:lnTo>
                <a:lnTo>
                  <a:pt x="676656" y="448056"/>
                </a:lnTo>
                <a:lnTo>
                  <a:pt x="676656" y="420624"/>
                </a:lnTo>
                <a:lnTo>
                  <a:pt x="676656" y="420624"/>
                </a:lnTo>
                <a:lnTo>
                  <a:pt x="676656" y="411480"/>
                </a:lnTo>
                <a:lnTo>
                  <a:pt x="704088" y="429768"/>
                </a:lnTo>
                <a:moveTo>
                  <a:pt x="9144" y="448056"/>
                </a:moveTo>
                <a:lnTo>
                  <a:pt x="0" y="448056"/>
                </a:lnTo>
                <a:lnTo>
                  <a:pt x="0" y="420624"/>
                </a:lnTo>
                <a:lnTo>
                  <a:pt x="9144" y="420624"/>
                </a:lnTo>
                <a:lnTo>
                  <a:pt x="9144" y="448056"/>
                </a:lnTo>
                <a:moveTo>
                  <a:pt x="64008" y="448056"/>
                </a:moveTo>
                <a:lnTo>
                  <a:pt x="36576" y="448056"/>
                </a:lnTo>
                <a:lnTo>
                  <a:pt x="36576" y="420624"/>
                </a:lnTo>
                <a:lnTo>
                  <a:pt x="64008" y="420624"/>
                </a:lnTo>
                <a:lnTo>
                  <a:pt x="64008" y="448056"/>
                </a:lnTo>
                <a:moveTo>
                  <a:pt x="109728" y="448056"/>
                </a:moveTo>
                <a:lnTo>
                  <a:pt x="82296" y="448056"/>
                </a:lnTo>
                <a:lnTo>
                  <a:pt x="82296" y="420624"/>
                </a:lnTo>
                <a:lnTo>
                  <a:pt x="109728" y="420624"/>
                </a:lnTo>
                <a:lnTo>
                  <a:pt x="109728" y="448056"/>
                </a:lnTo>
                <a:moveTo>
                  <a:pt x="155448" y="448056"/>
                </a:moveTo>
                <a:lnTo>
                  <a:pt x="137160" y="448056"/>
                </a:lnTo>
                <a:lnTo>
                  <a:pt x="137160" y="420624"/>
                </a:lnTo>
                <a:lnTo>
                  <a:pt x="155448" y="420624"/>
                </a:lnTo>
                <a:lnTo>
                  <a:pt x="155448" y="448056"/>
                </a:lnTo>
                <a:moveTo>
                  <a:pt x="210312" y="448056"/>
                </a:moveTo>
                <a:lnTo>
                  <a:pt x="182880" y="448056"/>
                </a:lnTo>
                <a:lnTo>
                  <a:pt x="182880" y="420624"/>
                </a:lnTo>
                <a:lnTo>
                  <a:pt x="210312" y="420624"/>
                </a:lnTo>
                <a:lnTo>
                  <a:pt x="210312" y="448056"/>
                </a:lnTo>
                <a:moveTo>
                  <a:pt x="256032" y="448056"/>
                </a:moveTo>
                <a:lnTo>
                  <a:pt x="228600" y="448056"/>
                </a:lnTo>
                <a:lnTo>
                  <a:pt x="228600" y="420624"/>
                </a:lnTo>
                <a:lnTo>
                  <a:pt x="256032" y="420624"/>
                </a:lnTo>
                <a:lnTo>
                  <a:pt x="256032" y="448056"/>
                </a:lnTo>
                <a:moveTo>
                  <a:pt x="301752" y="448056"/>
                </a:moveTo>
                <a:lnTo>
                  <a:pt x="283464" y="448056"/>
                </a:lnTo>
                <a:lnTo>
                  <a:pt x="283464" y="420624"/>
                </a:lnTo>
                <a:lnTo>
                  <a:pt x="301752" y="420624"/>
                </a:lnTo>
                <a:lnTo>
                  <a:pt x="301752" y="448056"/>
                </a:lnTo>
                <a:moveTo>
                  <a:pt x="356616" y="448056"/>
                </a:moveTo>
                <a:lnTo>
                  <a:pt x="329184" y="448056"/>
                </a:lnTo>
                <a:lnTo>
                  <a:pt x="329184" y="420624"/>
                </a:lnTo>
                <a:lnTo>
                  <a:pt x="356616" y="420624"/>
                </a:lnTo>
                <a:lnTo>
                  <a:pt x="356616" y="448056"/>
                </a:lnTo>
                <a:moveTo>
                  <a:pt x="402336" y="448056"/>
                </a:moveTo>
                <a:lnTo>
                  <a:pt x="384048" y="448056"/>
                </a:lnTo>
                <a:lnTo>
                  <a:pt x="384048" y="420624"/>
                </a:lnTo>
                <a:lnTo>
                  <a:pt x="402336" y="420624"/>
                </a:lnTo>
                <a:lnTo>
                  <a:pt x="402336" y="448056"/>
                </a:lnTo>
                <a:moveTo>
                  <a:pt x="457200" y="448056"/>
                </a:moveTo>
                <a:lnTo>
                  <a:pt x="429768" y="448056"/>
                </a:lnTo>
                <a:lnTo>
                  <a:pt x="429768" y="420624"/>
                </a:lnTo>
                <a:lnTo>
                  <a:pt x="457200" y="420624"/>
                </a:lnTo>
                <a:lnTo>
                  <a:pt x="457200" y="448056"/>
                </a:lnTo>
                <a:moveTo>
                  <a:pt x="502920" y="448056"/>
                </a:moveTo>
                <a:lnTo>
                  <a:pt x="475488" y="448056"/>
                </a:lnTo>
                <a:lnTo>
                  <a:pt x="475488" y="420624"/>
                </a:lnTo>
                <a:lnTo>
                  <a:pt x="502920" y="420624"/>
                </a:lnTo>
                <a:lnTo>
                  <a:pt x="502920" y="448056"/>
                </a:lnTo>
                <a:moveTo>
                  <a:pt x="548640" y="448056"/>
                </a:moveTo>
                <a:lnTo>
                  <a:pt x="530352" y="448056"/>
                </a:lnTo>
                <a:lnTo>
                  <a:pt x="530352" y="420624"/>
                </a:lnTo>
                <a:lnTo>
                  <a:pt x="548640" y="420624"/>
                </a:lnTo>
                <a:lnTo>
                  <a:pt x="548640" y="448056"/>
                </a:lnTo>
                <a:moveTo>
                  <a:pt x="603504" y="448056"/>
                </a:moveTo>
                <a:lnTo>
                  <a:pt x="576072" y="448056"/>
                </a:lnTo>
                <a:lnTo>
                  <a:pt x="576072" y="420624"/>
                </a:lnTo>
                <a:lnTo>
                  <a:pt x="603504" y="420624"/>
                </a:lnTo>
                <a:lnTo>
                  <a:pt x="603504" y="448056"/>
                </a:lnTo>
                <a:moveTo>
                  <a:pt x="649224" y="448056"/>
                </a:moveTo>
                <a:lnTo>
                  <a:pt x="621792" y="448056"/>
                </a:lnTo>
                <a:lnTo>
                  <a:pt x="621792" y="420624"/>
                </a:lnTo>
                <a:lnTo>
                  <a:pt x="649224" y="420624"/>
                </a:lnTo>
                <a:lnTo>
                  <a:pt x="649224" y="448056"/>
                </a:lnTo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1080000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对象3"/>
          <p:cNvSpPr/>
          <p:nvPr>
            <p:custDataLst>
              <p:tags r:id="rId3"/>
            </p:custDataLst>
          </p:nvPr>
        </p:nvSpPr>
        <p:spPr>
          <a:xfrm>
            <a:off x="699770" y="4277678"/>
            <a:ext cx="4709160" cy="429768"/>
          </a:xfrm>
          <a:custGeom>
            <a:avLst/>
            <a:gdLst/>
            <a:ahLst/>
            <a:cxnLst/>
            <a:rect l="l" t="t" r="r" b="b"/>
            <a:pathLst>
              <a:path w="4709160" h="429768">
                <a:moveTo>
                  <a:pt x="9144" y="27432"/>
                </a:moveTo>
                <a:lnTo>
                  <a:pt x="0" y="27432"/>
                </a:lnTo>
                <a:lnTo>
                  <a:pt x="0" y="0"/>
                </a:lnTo>
                <a:lnTo>
                  <a:pt x="9144" y="0"/>
                </a:lnTo>
                <a:lnTo>
                  <a:pt x="9144" y="27432"/>
                </a:lnTo>
                <a:moveTo>
                  <a:pt x="64008" y="27432"/>
                </a:moveTo>
                <a:lnTo>
                  <a:pt x="36576" y="27432"/>
                </a:lnTo>
                <a:lnTo>
                  <a:pt x="36576" y="0"/>
                </a:lnTo>
                <a:lnTo>
                  <a:pt x="64008" y="0"/>
                </a:lnTo>
                <a:lnTo>
                  <a:pt x="64008" y="27432"/>
                </a:lnTo>
                <a:moveTo>
                  <a:pt x="109728" y="27432"/>
                </a:moveTo>
                <a:lnTo>
                  <a:pt x="91440" y="27432"/>
                </a:lnTo>
                <a:lnTo>
                  <a:pt x="91440" y="0"/>
                </a:lnTo>
                <a:lnTo>
                  <a:pt x="109728" y="0"/>
                </a:lnTo>
                <a:lnTo>
                  <a:pt x="109728" y="27432"/>
                </a:lnTo>
                <a:moveTo>
                  <a:pt x="164592" y="27432"/>
                </a:moveTo>
                <a:lnTo>
                  <a:pt x="137160" y="27432"/>
                </a:lnTo>
                <a:lnTo>
                  <a:pt x="137160" y="0"/>
                </a:lnTo>
                <a:lnTo>
                  <a:pt x="164592" y="0"/>
                </a:lnTo>
                <a:lnTo>
                  <a:pt x="164592" y="27432"/>
                </a:lnTo>
                <a:moveTo>
                  <a:pt x="219456" y="27432"/>
                </a:moveTo>
                <a:lnTo>
                  <a:pt x="192024" y="27432"/>
                </a:lnTo>
                <a:lnTo>
                  <a:pt x="192024" y="0"/>
                </a:lnTo>
                <a:lnTo>
                  <a:pt x="219456" y="0"/>
                </a:lnTo>
                <a:lnTo>
                  <a:pt x="219456" y="27432"/>
                </a:lnTo>
                <a:moveTo>
                  <a:pt x="265176" y="27432"/>
                </a:moveTo>
                <a:lnTo>
                  <a:pt x="237744" y="27432"/>
                </a:lnTo>
                <a:lnTo>
                  <a:pt x="237744" y="0"/>
                </a:lnTo>
                <a:lnTo>
                  <a:pt x="265176" y="0"/>
                </a:lnTo>
                <a:lnTo>
                  <a:pt x="265176" y="27432"/>
                </a:lnTo>
                <a:moveTo>
                  <a:pt x="320040" y="27432"/>
                </a:moveTo>
                <a:lnTo>
                  <a:pt x="292608" y="27432"/>
                </a:lnTo>
                <a:lnTo>
                  <a:pt x="292608" y="0"/>
                </a:lnTo>
                <a:lnTo>
                  <a:pt x="320040" y="0"/>
                </a:lnTo>
                <a:lnTo>
                  <a:pt x="320040" y="27432"/>
                </a:lnTo>
                <a:moveTo>
                  <a:pt x="365760" y="27432"/>
                </a:moveTo>
                <a:lnTo>
                  <a:pt x="338328" y="27432"/>
                </a:lnTo>
                <a:lnTo>
                  <a:pt x="338328" y="0"/>
                </a:lnTo>
                <a:lnTo>
                  <a:pt x="365760" y="0"/>
                </a:lnTo>
                <a:lnTo>
                  <a:pt x="365760" y="27432"/>
                </a:lnTo>
                <a:moveTo>
                  <a:pt x="420624" y="27432"/>
                </a:moveTo>
                <a:lnTo>
                  <a:pt x="393192" y="27432"/>
                </a:lnTo>
                <a:lnTo>
                  <a:pt x="393192" y="0"/>
                </a:lnTo>
                <a:lnTo>
                  <a:pt x="420624" y="0"/>
                </a:lnTo>
                <a:lnTo>
                  <a:pt x="420624" y="27432"/>
                </a:lnTo>
                <a:moveTo>
                  <a:pt x="466344" y="27432"/>
                </a:moveTo>
                <a:lnTo>
                  <a:pt x="448056" y="27432"/>
                </a:lnTo>
                <a:lnTo>
                  <a:pt x="448056" y="0"/>
                </a:lnTo>
                <a:lnTo>
                  <a:pt x="466344" y="0"/>
                </a:lnTo>
                <a:lnTo>
                  <a:pt x="466344" y="27432"/>
                </a:lnTo>
                <a:moveTo>
                  <a:pt x="521208" y="27432"/>
                </a:moveTo>
                <a:lnTo>
                  <a:pt x="493776" y="27432"/>
                </a:lnTo>
                <a:lnTo>
                  <a:pt x="493776" y="0"/>
                </a:lnTo>
                <a:lnTo>
                  <a:pt x="521208" y="0"/>
                </a:lnTo>
                <a:lnTo>
                  <a:pt x="521208" y="27432"/>
                </a:lnTo>
                <a:moveTo>
                  <a:pt x="566928" y="27432"/>
                </a:moveTo>
                <a:lnTo>
                  <a:pt x="548640" y="27432"/>
                </a:lnTo>
                <a:lnTo>
                  <a:pt x="548640" y="0"/>
                </a:lnTo>
                <a:lnTo>
                  <a:pt x="566928" y="0"/>
                </a:lnTo>
                <a:lnTo>
                  <a:pt x="566928" y="27432"/>
                </a:lnTo>
                <a:moveTo>
                  <a:pt x="621792" y="27432"/>
                </a:moveTo>
                <a:lnTo>
                  <a:pt x="594360" y="27432"/>
                </a:lnTo>
                <a:lnTo>
                  <a:pt x="594360" y="0"/>
                </a:lnTo>
                <a:lnTo>
                  <a:pt x="621792" y="0"/>
                </a:lnTo>
                <a:lnTo>
                  <a:pt x="621792" y="27432"/>
                </a:lnTo>
                <a:moveTo>
                  <a:pt x="667512" y="27432"/>
                </a:moveTo>
                <a:lnTo>
                  <a:pt x="649224" y="27432"/>
                </a:lnTo>
                <a:lnTo>
                  <a:pt x="649224" y="0"/>
                </a:lnTo>
                <a:lnTo>
                  <a:pt x="667512" y="0"/>
                </a:lnTo>
                <a:lnTo>
                  <a:pt x="667512" y="27432"/>
                </a:lnTo>
                <a:moveTo>
                  <a:pt x="722376" y="27432"/>
                </a:moveTo>
                <a:lnTo>
                  <a:pt x="694944" y="27432"/>
                </a:lnTo>
                <a:lnTo>
                  <a:pt x="694944" y="0"/>
                </a:lnTo>
                <a:lnTo>
                  <a:pt x="722376" y="0"/>
                </a:lnTo>
                <a:lnTo>
                  <a:pt x="722376" y="27432"/>
                </a:lnTo>
                <a:moveTo>
                  <a:pt x="777240" y="27432"/>
                </a:moveTo>
                <a:lnTo>
                  <a:pt x="749808" y="27432"/>
                </a:lnTo>
                <a:lnTo>
                  <a:pt x="749808" y="0"/>
                </a:lnTo>
                <a:lnTo>
                  <a:pt x="777240" y="0"/>
                </a:lnTo>
                <a:lnTo>
                  <a:pt x="777240" y="27432"/>
                </a:lnTo>
                <a:moveTo>
                  <a:pt x="822960" y="27432"/>
                </a:moveTo>
                <a:lnTo>
                  <a:pt x="795528" y="27432"/>
                </a:lnTo>
                <a:lnTo>
                  <a:pt x="795528" y="0"/>
                </a:lnTo>
                <a:lnTo>
                  <a:pt x="822960" y="0"/>
                </a:lnTo>
                <a:lnTo>
                  <a:pt x="822960" y="27432"/>
                </a:lnTo>
                <a:moveTo>
                  <a:pt x="877824" y="27432"/>
                </a:moveTo>
                <a:lnTo>
                  <a:pt x="850392" y="27432"/>
                </a:lnTo>
                <a:lnTo>
                  <a:pt x="850392" y="0"/>
                </a:lnTo>
                <a:lnTo>
                  <a:pt x="877824" y="0"/>
                </a:lnTo>
                <a:lnTo>
                  <a:pt x="877824" y="27432"/>
                </a:lnTo>
                <a:moveTo>
                  <a:pt x="923544" y="27432"/>
                </a:moveTo>
                <a:lnTo>
                  <a:pt x="896112" y="27432"/>
                </a:lnTo>
                <a:lnTo>
                  <a:pt x="896112" y="0"/>
                </a:lnTo>
                <a:lnTo>
                  <a:pt x="923544" y="0"/>
                </a:lnTo>
                <a:lnTo>
                  <a:pt x="923544" y="27432"/>
                </a:lnTo>
                <a:moveTo>
                  <a:pt x="978408" y="27432"/>
                </a:moveTo>
                <a:lnTo>
                  <a:pt x="950976" y="27432"/>
                </a:lnTo>
                <a:lnTo>
                  <a:pt x="950976" y="0"/>
                </a:lnTo>
                <a:lnTo>
                  <a:pt x="978408" y="0"/>
                </a:lnTo>
                <a:lnTo>
                  <a:pt x="978408" y="27432"/>
                </a:lnTo>
                <a:moveTo>
                  <a:pt x="1024128" y="27432"/>
                </a:moveTo>
                <a:lnTo>
                  <a:pt x="1005840" y="27432"/>
                </a:lnTo>
                <a:lnTo>
                  <a:pt x="1005840" y="0"/>
                </a:lnTo>
                <a:lnTo>
                  <a:pt x="1024128" y="0"/>
                </a:lnTo>
                <a:lnTo>
                  <a:pt x="1024128" y="27432"/>
                </a:lnTo>
                <a:moveTo>
                  <a:pt x="1078992" y="27432"/>
                </a:moveTo>
                <a:lnTo>
                  <a:pt x="1051560" y="27432"/>
                </a:lnTo>
                <a:lnTo>
                  <a:pt x="1051560" y="0"/>
                </a:lnTo>
                <a:lnTo>
                  <a:pt x="1078992" y="0"/>
                </a:lnTo>
                <a:lnTo>
                  <a:pt x="1078992" y="27432"/>
                </a:lnTo>
                <a:moveTo>
                  <a:pt x="1124712" y="27432"/>
                </a:moveTo>
                <a:lnTo>
                  <a:pt x="1106424" y="27432"/>
                </a:lnTo>
                <a:lnTo>
                  <a:pt x="1106424" y="0"/>
                </a:lnTo>
                <a:lnTo>
                  <a:pt x="1124712" y="0"/>
                </a:lnTo>
                <a:lnTo>
                  <a:pt x="1124712" y="27432"/>
                </a:lnTo>
                <a:moveTo>
                  <a:pt x="1179576" y="27432"/>
                </a:moveTo>
                <a:lnTo>
                  <a:pt x="1152144" y="27432"/>
                </a:lnTo>
                <a:lnTo>
                  <a:pt x="1152144" y="0"/>
                </a:lnTo>
                <a:lnTo>
                  <a:pt x="1179576" y="0"/>
                </a:lnTo>
                <a:lnTo>
                  <a:pt x="1179576" y="27432"/>
                </a:lnTo>
                <a:moveTo>
                  <a:pt x="1225296" y="27432"/>
                </a:moveTo>
                <a:lnTo>
                  <a:pt x="1207008" y="27432"/>
                </a:lnTo>
                <a:lnTo>
                  <a:pt x="1207008" y="0"/>
                </a:lnTo>
                <a:lnTo>
                  <a:pt x="1225296" y="0"/>
                </a:lnTo>
                <a:lnTo>
                  <a:pt x="1225296" y="27432"/>
                </a:lnTo>
                <a:moveTo>
                  <a:pt x="1280160" y="27432"/>
                </a:moveTo>
                <a:lnTo>
                  <a:pt x="1252728" y="27432"/>
                </a:lnTo>
                <a:lnTo>
                  <a:pt x="1252728" y="0"/>
                </a:lnTo>
                <a:lnTo>
                  <a:pt x="1280160" y="0"/>
                </a:lnTo>
                <a:lnTo>
                  <a:pt x="1280160" y="27432"/>
                </a:lnTo>
                <a:moveTo>
                  <a:pt x="1335024" y="27432"/>
                </a:moveTo>
                <a:lnTo>
                  <a:pt x="1307592" y="27432"/>
                </a:lnTo>
                <a:lnTo>
                  <a:pt x="1307592" y="0"/>
                </a:lnTo>
                <a:lnTo>
                  <a:pt x="1335024" y="0"/>
                </a:lnTo>
                <a:lnTo>
                  <a:pt x="1335024" y="27432"/>
                </a:lnTo>
                <a:moveTo>
                  <a:pt x="1380744" y="27432"/>
                </a:moveTo>
                <a:lnTo>
                  <a:pt x="1353312" y="27432"/>
                </a:lnTo>
                <a:lnTo>
                  <a:pt x="1353312" y="0"/>
                </a:lnTo>
                <a:lnTo>
                  <a:pt x="1380744" y="0"/>
                </a:lnTo>
                <a:lnTo>
                  <a:pt x="1380744" y="27432"/>
                </a:lnTo>
                <a:moveTo>
                  <a:pt x="1435608" y="27432"/>
                </a:moveTo>
                <a:lnTo>
                  <a:pt x="1408176" y="27432"/>
                </a:lnTo>
                <a:lnTo>
                  <a:pt x="1408176" y="0"/>
                </a:lnTo>
                <a:lnTo>
                  <a:pt x="1435608" y="0"/>
                </a:lnTo>
                <a:lnTo>
                  <a:pt x="1435608" y="27432"/>
                </a:lnTo>
                <a:moveTo>
                  <a:pt x="1481328" y="27432"/>
                </a:moveTo>
                <a:lnTo>
                  <a:pt x="1453896" y="27432"/>
                </a:lnTo>
                <a:lnTo>
                  <a:pt x="1453896" y="0"/>
                </a:lnTo>
                <a:lnTo>
                  <a:pt x="1481328" y="0"/>
                </a:lnTo>
                <a:lnTo>
                  <a:pt x="1481328" y="27432"/>
                </a:lnTo>
                <a:moveTo>
                  <a:pt x="1536192" y="27432"/>
                </a:moveTo>
                <a:lnTo>
                  <a:pt x="1508760" y="27432"/>
                </a:lnTo>
                <a:lnTo>
                  <a:pt x="1508760" y="0"/>
                </a:lnTo>
                <a:lnTo>
                  <a:pt x="1536192" y="0"/>
                </a:lnTo>
                <a:lnTo>
                  <a:pt x="1536192" y="27432"/>
                </a:lnTo>
                <a:moveTo>
                  <a:pt x="1581912" y="27432"/>
                </a:moveTo>
                <a:lnTo>
                  <a:pt x="1554480" y="27432"/>
                </a:lnTo>
                <a:lnTo>
                  <a:pt x="1554480" y="0"/>
                </a:lnTo>
                <a:lnTo>
                  <a:pt x="1581912" y="0"/>
                </a:lnTo>
                <a:lnTo>
                  <a:pt x="1581912" y="27432"/>
                </a:lnTo>
                <a:moveTo>
                  <a:pt x="1636776" y="27432"/>
                </a:moveTo>
                <a:lnTo>
                  <a:pt x="1609344" y="27432"/>
                </a:lnTo>
                <a:lnTo>
                  <a:pt x="1609344" y="0"/>
                </a:lnTo>
                <a:lnTo>
                  <a:pt x="1636776" y="0"/>
                </a:lnTo>
                <a:lnTo>
                  <a:pt x="1636776" y="27432"/>
                </a:lnTo>
                <a:moveTo>
                  <a:pt x="1682496" y="27432"/>
                </a:moveTo>
                <a:lnTo>
                  <a:pt x="1664208" y="27432"/>
                </a:lnTo>
                <a:lnTo>
                  <a:pt x="1664208" y="0"/>
                </a:lnTo>
                <a:lnTo>
                  <a:pt x="1682496" y="0"/>
                </a:lnTo>
                <a:lnTo>
                  <a:pt x="1682496" y="27432"/>
                </a:lnTo>
                <a:moveTo>
                  <a:pt x="1737360" y="27432"/>
                </a:moveTo>
                <a:lnTo>
                  <a:pt x="1709928" y="27432"/>
                </a:lnTo>
                <a:lnTo>
                  <a:pt x="1709928" y="0"/>
                </a:lnTo>
                <a:lnTo>
                  <a:pt x="1737360" y="0"/>
                </a:lnTo>
                <a:lnTo>
                  <a:pt x="1737360" y="27432"/>
                </a:lnTo>
                <a:moveTo>
                  <a:pt x="1783080" y="27432"/>
                </a:moveTo>
                <a:lnTo>
                  <a:pt x="1764792" y="27432"/>
                </a:lnTo>
                <a:lnTo>
                  <a:pt x="1764792" y="0"/>
                </a:lnTo>
                <a:lnTo>
                  <a:pt x="1783080" y="0"/>
                </a:lnTo>
                <a:lnTo>
                  <a:pt x="1783080" y="27432"/>
                </a:lnTo>
                <a:moveTo>
                  <a:pt x="1837944" y="27432"/>
                </a:moveTo>
                <a:lnTo>
                  <a:pt x="1810512" y="27432"/>
                </a:lnTo>
                <a:lnTo>
                  <a:pt x="1810512" y="0"/>
                </a:lnTo>
                <a:lnTo>
                  <a:pt x="1837944" y="0"/>
                </a:lnTo>
                <a:lnTo>
                  <a:pt x="1837944" y="27432"/>
                </a:lnTo>
                <a:moveTo>
                  <a:pt x="1892808" y="27432"/>
                </a:moveTo>
                <a:lnTo>
                  <a:pt x="1865376" y="27432"/>
                </a:lnTo>
                <a:lnTo>
                  <a:pt x="1865376" y="0"/>
                </a:lnTo>
                <a:lnTo>
                  <a:pt x="1892808" y="0"/>
                </a:lnTo>
                <a:lnTo>
                  <a:pt x="1892808" y="27432"/>
                </a:lnTo>
                <a:moveTo>
                  <a:pt x="1938528" y="27432"/>
                </a:moveTo>
                <a:lnTo>
                  <a:pt x="1911096" y="27432"/>
                </a:lnTo>
                <a:lnTo>
                  <a:pt x="1911096" y="0"/>
                </a:lnTo>
                <a:lnTo>
                  <a:pt x="1938528" y="0"/>
                </a:lnTo>
                <a:lnTo>
                  <a:pt x="1938528" y="27432"/>
                </a:lnTo>
                <a:moveTo>
                  <a:pt x="1993392" y="27432"/>
                </a:moveTo>
                <a:lnTo>
                  <a:pt x="1965960" y="27432"/>
                </a:lnTo>
                <a:lnTo>
                  <a:pt x="1965960" y="0"/>
                </a:lnTo>
                <a:lnTo>
                  <a:pt x="1993392" y="0"/>
                </a:lnTo>
                <a:lnTo>
                  <a:pt x="1993392" y="27432"/>
                </a:lnTo>
                <a:moveTo>
                  <a:pt x="2039112" y="27432"/>
                </a:moveTo>
                <a:lnTo>
                  <a:pt x="2011680" y="27432"/>
                </a:lnTo>
                <a:lnTo>
                  <a:pt x="2011680" y="0"/>
                </a:lnTo>
                <a:lnTo>
                  <a:pt x="2039112" y="0"/>
                </a:lnTo>
                <a:lnTo>
                  <a:pt x="2039112" y="27432"/>
                </a:lnTo>
                <a:moveTo>
                  <a:pt x="2093976" y="27432"/>
                </a:moveTo>
                <a:lnTo>
                  <a:pt x="2066544" y="27432"/>
                </a:lnTo>
                <a:lnTo>
                  <a:pt x="2066544" y="0"/>
                </a:lnTo>
                <a:lnTo>
                  <a:pt x="2093976" y="0"/>
                </a:lnTo>
                <a:lnTo>
                  <a:pt x="2093976" y="27432"/>
                </a:lnTo>
                <a:moveTo>
                  <a:pt x="2139696" y="27432"/>
                </a:moveTo>
                <a:lnTo>
                  <a:pt x="2112264" y="27432"/>
                </a:lnTo>
                <a:lnTo>
                  <a:pt x="2112264" y="0"/>
                </a:lnTo>
                <a:lnTo>
                  <a:pt x="2139696" y="0"/>
                </a:lnTo>
                <a:lnTo>
                  <a:pt x="2139696" y="27432"/>
                </a:lnTo>
                <a:moveTo>
                  <a:pt x="2194560" y="27432"/>
                </a:moveTo>
                <a:lnTo>
                  <a:pt x="2167128" y="27432"/>
                </a:lnTo>
                <a:lnTo>
                  <a:pt x="2167128" y="0"/>
                </a:lnTo>
                <a:lnTo>
                  <a:pt x="2194560" y="0"/>
                </a:lnTo>
                <a:lnTo>
                  <a:pt x="2194560" y="27432"/>
                </a:lnTo>
                <a:moveTo>
                  <a:pt x="2240280" y="27432"/>
                </a:moveTo>
                <a:lnTo>
                  <a:pt x="2221992" y="27432"/>
                </a:lnTo>
                <a:lnTo>
                  <a:pt x="2221992" y="0"/>
                </a:lnTo>
                <a:lnTo>
                  <a:pt x="2240280" y="0"/>
                </a:lnTo>
                <a:lnTo>
                  <a:pt x="2240280" y="27432"/>
                </a:lnTo>
                <a:moveTo>
                  <a:pt x="2295144" y="27432"/>
                </a:moveTo>
                <a:lnTo>
                  <a:pt x="2267712" y="27432"/>
                </a:lnTo>
                <a:lnTo>
                  <a:pt x="2267712" y="0"/>
                </a:lnTo>
                <a:lnTo>
                  <a:pt x="2295144" y="0"/>
                </a:lnTo>
                <a:lnTo>
                  <a:pt x="2295144" y="27432"/>
                </a:lnTo>
                <a:moveTo>
                  <a:pt x="2340864" y="27432"/>
                </a:moveTo>
                <a:lnTo>
                  <a:pt x="2322576" y="27432"/>
                </a:lnTo>
                <a:lnTo>
                  <a:pt x="2322576" y="0"/>
                </a:lnTo>
                <a:lnTo>
                  <a:pt x="2340864" y="0"/>
                </a:lnTo>
                <a:lnTo>
                  <a:pt x="2340864" y="27432"/>
                </a:lnTo>
                <a:moveTo>
                  <a:pt x="2395728" y="27432"/>
                </a:moveTo>
                <a:lnTo>
                  <a:pt x="2368296" y="27432"/>
                </a:lnTo>
                <a:lnTo>
                  <a:pt x="2368296" y="0"/>
                </a:lnTo>
                <a:lnTo>
                  <a:pt x="2395728" y="0"/>
                </a:lnTo>
                <a:lnTo>
                  <a:pt x="2395728" y="27432"/>
                </a:lnTo>
                <a:moveTo>
                  <a:pt x="2450592" y="27432"/>
                </a:moveTo>
                <a:lnTo>
                  <a:pt x="2423160" y="27432"/>
                </a:lnTo>
                <a:lnTo>
                  <a:pt x="2423160" y="0"/>
                </a:lnTo>
                <a:lnTo>
                  <a:pt x="2450592" y="0"/>
                </a:lnTo>
                <a:lnTo>
                  <a:pt x="2450592" y="27432"/>
                </a:lnTo>
                <a:moveTo>
                  <a:pt x="2496312" y="27432"/>
                </a:moveTo>
                <a:lnTo>
                  <a:pt x="2468880" y="27432"/>
                </a:lnTo>
                <a:lnTo>
                  <a:pt x="2468880" y="0"/>
                </a:lnTo>
                <a:lnTo>
                  <a:pt x="2496312" y="0"/>
                </a:lnTo>
                <a:lnTo>
                  <a:pt x="2496312" y="27432"/>
                </a:lnTo>
                <a:moveTo>
                  <a:pt x="2551176" y="27432"/>
                </a:moveTo>
                <a:lnTo>
                  <a:pt x="2523744" y="27432"/>
                </a:lnTo>
                <a:lnTo>
                  <a:pt x="2523744" y="0"/>
                </a:lnTo>
                <a:lnTo>
                  <a:pt x="2551176" y="0"/>
                </a:lnTo>
                <a:lnTo>
                  <a:pt x="2551176" y="27432"/>
                </a:lnTo>
                <a:moveTo>
                  <a:pt x="2596896" y="27432"/>
                </a:moveTo>
                <a:lnTo>
                  <a:pt x="2569464" y="27432"/>
                </a:lnTo>
                <a:lnTo>
                  <a:pt x="2569464" y="0"/>
                </a:lnTo>
                <a:lnTo>
                  <a:pt x="2596896" y="0"/>
                </a:lnTo>
                <a:lnTo>
                  <a:pt x="2596896" y="27432"/>
                </a:lnTo>
                <a:moveTo>
                  <a:pt x="2651760" y="27432"/>
                </a:moveTo>
                <a:lnTo>
                  <a:pt x="2624328" y="27432"/>
                </a:lnTo>
                <a:lnTo>
                  <a:pt x="2624328" y="0"/>
                </a:lnTo>
                <a:lnTo>
                  <a:pt x="2651760" y="0"/>
                </a:lnTo>
                <a:lnTo>
                  <a:pt x="2651760" y="27432"/>
                </a:lnTo>
                <a:moveTo>
                  <a:pt x="2697480" y="27432"/>
                </a:moveTo>
                <a:lnTo>
                  <a:pt x="2670048" y="27432"/>
                </a:lnTo>
                <a:lnTo>
                  <a:pt x="2670048" y="0"/>
                </a:lnTo>
                <a:lnTo>
                  <a:pt x="2697480" y="0"/>
                </a:lnTo>
                <a:lnTo>
                  <a:pt x="2697480" y="27432"/>
                </a:lnTo>
                <a:moveTo>
                  <a:pt x="2752344" y="27432"/>
                </a:moveTo>
                <a:lnTo>
                  <a:pt x="2724912" y="27432"/>
                </a:lnTo>
                <a:lnTo>
                  <a:pt x="2724912" y="0"/>
                </a:lnTo>
                <a:lnTo>
                  <a:pt x="2752344" y="0"/>
                </a:lnTo>
                <a:lnTo>
                  <a:pt x="2752344" y="27432"/>
                </a:lnTo>
                <a:moveTo>
                  <a:pt x="2798064" y="27432"/>
                </a:moveTo>
                <a:lnTo>
                  <a:pt x="2779776" y="27432"/>
                </a:lnTo>
                <a:lnTo>
                  <a:pt x="2779776" y="0"/>
                </a:lnTo>
                <a:lnTo>
                  <a:pt x="2798064" y="0"/>
                </a:lnTo>
                <a:lnTo>
                  <a:pt x="2798064" y="27432"/>
                </a:lnTo>
                <a:moveTo>
                  <a:pt x="2852928" y="27432"/>
                </a:moveTo>
                <a:lnTo>
                  <a:pt x="2825496" y="27432"/>
                </a:lnTo>
                <a:lnTo>
                  <a:pt x="2825496" y="0"/>
                </a:lnTo>
                <a:lnTo>
                  <a:pt x="2852928" y="0"/>
                </a:lnTo>
                <a:lnTo>
                  <a:pt x="2852928" y="27432"/>
                </a:lnTo>
                <a:moveTo>
                  <a:pt x="2898648" y="27432"/>
                </a:moveTo>
                <a:lnTo>
                  <a:pt x="2880360" y="27432"/>
                </a:lnTo>
                <a:lnTo>
                  <a:pt x="2880360" y="0"/>
                </a:lnTo>
                <a:lnTo>
                  <a:pt x="2898648" y="0"/>
                </a:lnTo>
                <a:lnTo>
                  <a:pt x="2898648" y="27432"/>
                </a:lnTo>
                <a:moveTo>
                  <a:pt x="2953512" y="27432"/>
                </a:moveTo>
                <a:lnTo>
                  <a:pt x="2926080" y="27432"/>
                </a:lnTo>
                <a:lnTo>
                  <a:pt x="2926080" y="0"/>
                </a:lnTo>
                <a:lnTo>
                  <a:pt x="2953512" y="0"/>
                </a:lnTo>
                <a:lnTo>
                  <a:pt x="2953512" y="27432"/>
                </a:lnTo>
                <a:moveTo>
                  <a:pt x="3008376" y="27432"/>
                </a:moveTo>
                <a:lnTo>
                  <a:pt x="2980944" y="27432"/>
                </a:lnTo>
                <a:lnTo>
                  <a:pt x="2980944" y="0"/>
                </a:lnTo>
                <a:lnTo>
                  <a:pt x="3008376" y="0"/>
                </a:lnTo>
                <a:lnTo>
                  <a:pt x="3008376" y="27432"/>
                </a:lnTo>
                <a:moveTo>
                  <a:pt x="3054096" y="27432"/>
                </a:moveTo>
                <a:lnTo>
                  <a:pt x="3026664" y="27432"/>
                </a:lnTo>
                <a:lnTo>
                  <a:pt x="3026664" y="0"/>
                </a:lnTo>
                <a:lnTo>
                  <a:pt x="3054096" y="0"/>
                </a:lnTo>
                <a:lnTo>
                  <a:pt x="3054096" y="27432"/>
                </a:lnTo>
                <a:moveTo>
                  <a:pt x="3108960" y="27432"/>
                </a:moveTo>
                <a:lnTo>
                  <a:pt x="3081528" y="27432"/>
                </a:lnTo>
                <a:lnTo>
                  <a:pt x="3081528" y="0"/>
                </a:lnTo>
                <a:lnTo>
                  <a:pt x="3108960" y="0"/>
                </a:lnTo>
                <a:lnTo>
                  <a:pt x="3108960" y="27432"/>
                </a:lnTo>
                <a:moveTo>
                  <a:pt x="3136392" y="27432"/>
                </a:moveTo>
                <a:lnTo>
                  <a:pt x="3127248" y="27432"/>
                </a:lnTo>
                <a:lnTo>
                  <a:pt x="3127248" y="0"/>
                </a:lnTo>
                <a:lnTo>
                  <a:pt x="3154680" y="0"/>
                </a:lnTo>
                <a:lnTo>
                  <a:pt x="3163824" y="18288"/>
                </a:lnTo>
                <a:lnTo>
                  <a:pt x="3136392" y="27432"/>
                </a:lnTo>
                <a:lnTo>
                  <a:pt x="3136392" y="27432"/>
                </a:lnTo>
                <a:moveTo>
                  <a:pt x="3163824" y="73152"/>
                </a:moveTo>
                <a:lnTo>
                  <a:pt x="3145536" y="54864"/>
                </a:lnTo>
                <a:lnTo>
                  <a:pt x="3172968" y="36576"/>
                </a:lnTo>
                <a:lnTo>
                  <a:pt x="3182112" y="64008"/>
                </a:lnTo>
                <a:lnTo>
                  <a:pt x="3163824" y="73152"/>
                </a:lnTo>
                <a:moveTo>
                  <a:pt x="3182112" y="118872"/>
                </a:moveTo>
                <a:lnTo>
                  <a:pt x="3172968" y="100584"/>
                </a:lnTo>
                <a:lnTo>
                  <a:pt x="3191256" y="82296"/>
                </a:lnTo>
                <a:lnTo>
                  <a:pt x="3209544" y="109728"/>
                </a:lnTo>
                <a:lnTo>
                  <a:pt x="3182112" y="118872"/>
                </a:lnTo>
                <a:moveTo>
                  <a:pt x="3209544" y="164592"/>
                </a:moveTo>
                <a:lnTo>
                  <a:pt x="3191256" y="146304"/>
                </a:lnTo>
                <a:lnTo>
                  <a:pt x="3218688" y="128016"/>
                </a:lnTo>
                <a:lnTo>
                  <a:pt x="3227832" y="155448"/>
                </a:lnTo>
                <a:lnTo>
                  <a:pt x="3209544" y="164592"/>
                </a:lnTo>
                <a:moveTo>
                  <a:pt x="3227832" y="210312"/>
                </a:moveTo>
                <a:lnTo>
                  <a:pt x="3218688" y="192024"/>
                </a:lnTo>
                <a:lnTo>
                  <a:pt x="3236976" y="173736"/>
                </a:lnTo>
                <a:lnTo>
                  <a:pt x="3246120" y="201168"/>
                </a:lnTo>
                <a:lnTo>
                  <a:pt x="3227832" y="210312"/>
                </a:lnTo>
                <a:moveTo>
                  <a:pt x="3246120" y="256032"/>
                </a:moveTo>
                <a:lnTo>
                  <a:pt x="3236976" y="228600"/>
                </a:lnTo>
                <a:lnTo>
                  <a:pt x="3264408" y="219456"/>
                </a:lnTo>
                <a:lnTo>
                  <a:pt x="3273552" y="246888"/>
                </a:lnTo>
                <a:lnTo>
                  <a:pt x="3246120" y="256032"/>
                </a:lnTo>
                <a:moveTo>
                  <a:pt x="3273552" y="301752"/>
                </a:moveTo>
                <a:lnTo>
                  <a:pt x="3264408" y="274320"/>
                </a:lnTo>
                <a:lnTo>
                  <a:pt x="3282696" y="265176"/>
                </a:lnTo>
                <a:lnTo>
                  <a:pt x="3291840" y="292608"/>
                </a:lnTo>
                <a:lnTo>
                  <a:pt x="3273552" y="301752"/>
                </a:lnTo>
                <a:moveTo>
                  <a:pt x="3291840" y="347472"/>
                </a:moveTo>
                <a:lnTo>
                  <a:pt x="3282696" y="320040"/>
                </a:lnTo>
                <a:lnTo>
                  <a:pt x="3310128" y="310896"/>
                </a:lnTo>
                <a:lnTo>
                  <a:pt x="3319272" y="338328"/>
                </a:lnTo>
                <a:lnTo>
                  <a:pt x="3291840" y="347472"/>
                </a:lnTo>
                <a:moveTo>
                  <a:pt x="3319272" y="393192"/>
                </a:moveTo>
                <a:lnTo>
                  <a:pt x="3310128" y="365760"/>
                </a:lnTo>
                <a:lnTo>
                  <a:pt x="3328416" y="356616"/>
                </a:lnTo>
                <a:lnTo>
                  <a:pt x="3337560" y="384048"/>
                </a:lnTo>
                <a:lnTo>
                  <a:pt x="3319272" y="393192"/>
                </a:lnTo>
                <a:moveTo>
                  <a:pt x="3328416" y="411480"/>
                </a:moveTo>
                <a:lnTo>
                  <a:pt x="3355848" y="402336"/>
                </a:lnTo>
                <a:lnTo>
                  <a:pt x="3355848" y="402336"/>
                </a:lnTo>
                <a:lnTo>
                  <a:pt x="3355848" y="402336"/>
                </a:lnTo>
                <a:lnTo>
                  <a:pt x="3355848" y="429768"/>
                </a:lnTo>
                <a:lnTo>
                  <a:pt x="3337560" y="429768"/>
                </a:lnTo>
                <a:lnTo>
                  <a:pt x="3328416" y="411480"/>
                </a:lnTo>
                <a:moveTo>
                  <a:pt x="3410712" y="429768"/>
                </a:moveTo>
                <a:lnTo>
                  <a:pt x="3383280" y="429768"/>
                </a:lnTo>
                <a:lnTo>
                  <a:pt x="3383280" y="402336"/>
                </a:lnTo>
                <a:lnTo>
                  <a:pt x="3410712" y="402336"/>
                </a:lnTo>
                <a:lnTo>
                  <a:pt x="3410712" y="429768"/>
                </a:lnTo>
                <a:moveTo>
                  <a:pt x="3456432" y="429768"/>
                </a:moveTo>
                <a:lnTo>
                  <a:pt x="3438144" y="429768"/>
                </a:lnTo>
                <a:lnTo>
                  <a:pt x="3438144" y="402336"/>
                </a:lnTo>
                <a:lnTo>
                  <a:pt x="3456432" y="402336"/>
                </a:lnTo>
                <a:lnTo>
                  <a:pt x="3456432" y="429768"/>
                </a:lnTo>
                <a:moveTo>
                  <a:pt x="3511296" y="429768"/>
                </a:moveTo>
                <a:lnTo>
                  <a:pt x="3483864" y="429768"/>
                </a:lnTo>
                <a:lnTo>
                  <a:pt x="3483864" y="402336"/>
                </a:lnTo>
                <a:lnTo>
                  <a:pt x="3511296" y="402336"/>
                </a:lnTo>
                <a:lnTo>
                  <a:pt x="3511296" y="429768"/>
                </a:lnTo>
                <a:moveTo>
                  <a:pt x="3557016" y="429768"/>
                </a:moveTo>
                <a:lnTo>
                  <a:pt x="3538728" y="429768"/>
                </a:lnTo>
                <a:lnTo>
                  <a:pt x="3538728" y="402336"/>
                </a:lnTo>
                <a:lnTo>
                  <a:pt x="3557016" y="402336"/>
                </a:lnTo>
                <a:lnTo>
                  <a:pt x="3557016" y="429768"/>
                </a:lnTo>
                <a:moveTo>
                  <a:pt x="3611880" y="429768"/>
                </a:moveTo>
                <a:lnTo>
                  <a:pt x="3584448" y="429768"/>
                </a:lnTo>
                <a:lnTo>
                  <a:pt x="3584448" y="402336"/>
                </a:lnTo>
                <a:lnTo>
                  <a:pt x="3611880" y="402336"/>
                </a:lnTo>
                <a:lnTo>
                  <a:pt x="3611880" y="429768"/>
                </a:lnTo>
                <a:moveTo>
                  <a:pt x="3657600" y="429768"/>
                </a:moveTo>
                <a:lnTo>
                  <a:pt x="3639312" y="429768"/>
                </a:lnTo>
                <a:lnTo>
                  <a:pt x="3639312" y="402336"/>
                </a:lnTo>
                <a:lnTo>
                  <a:pt x="3657600" y="402336"/>
                </a:lnTo>
                <a:lnTo>
                  <a:pt x="3657600" y="429768"/>
                </a:lnTo>
                <a:moveTo>
                  <a:pt x="3712464" y="429768"/>
                </a:moveTo>
                <a:lnTo>
                  <a:pt x="3685032" y="429768"/>
                </a:lnTo>
                <a:lnTo>
                  <a:pt x="3685032" y="402336"/>
                </a:lnTo>
                <a:lnTo>
                  <a:pt x="3712464" y="402336"/>
                </a:lnTo>
                <a:lnTo>
                  <a:pt x="3712464" y="429768"/>
                </a:lnTo>
                <a:moveTo>
                  <a:pt x="3758184" y="429768"/>
                </a:moveTo>
                <a:lnTo>
                  <a:pt x="3739896" y="429768"/>
                </a:lnTo>
                <a:lnTo>
                  <a:pt x="3739896" y="402336"/>
                </a:lnTo>
                <a:lnTo>
                  <a:pt x="3758184" y="402336"/>
                </a:lnTo>
                <a:lnTo>
                  <a:pt x="3758184" y="429768"/>
                </a:lnTo>
                <a:moveTo>
                  <a:pt x="3813048" y="429768"/>
                </a:moveTo>
                <a:lnTo>
                  <a:pt x="3785616" y="429768"/>
                </a:lnTo>
                <a:lnTo>
                  <a:pt x="3785616" y="402336"/>
                </a:lnTo>
                <a:lnTo>
                  <a:pt x="3813048" y="402336"/>
                </a:lnTo>
                <a:lnTo>
                  <a:pt x="3813048" y="429768"/>
                </a:lnTo>
                <a:moveTo>
                  <a:pt x="3858768" y="429768"/>
                </a:moveTo>
                <a:lnTo>
                  <a:pt x="3840480" y="429768"/>
                </a:lnTo>
                <a:lnTo>
                  <a:pt x="3840480" y="402336"/>
                </a:lnTo>
                <a:lnTo>
                  <a:pt x="3858768" y="402336"/>
                </a:lnTo>
                <a:lnTo>
                  <a:pt x="3858768" y="429768"/>
                </a:lnTo>
                <a:moveTo>
                  <a:pt x="3913632" y="429768"/>
                </a:moveTo>
                <a:lnTo>
                  <a:pt x="3886200" y="429768"/>
                </a:lnTo>
                <a:lnTo>
                  <a:pt x="3886200" y="402336"/>
                </a:lnTo>
                <a:lnTo>
                  <a:pt x="3913632" y="402336"/>
                </a:lnTo>
                <a:lnTo>
                  <a:pt x="3913632" y="429768"/>
                </a:lnTo>
                <a:moveTo>
                  <a:pt x="3959352" y="429768"/>
                </a:moveTo>
                <a:lnTo>
                  <a:pt x="3941064" y="429768"/>
                </a:lnTo>
                <a:lnTo>
                  <a:pt x="3941064" y="402336"/>
                </a:lnTo>
                <a:lnTo>
                  <a:pt x="3959352" y="402336"/>
                </a:lnTo>
                <a:lnTo>
                  <a:pt x="3959352" y="429768"/>
                </a:lnTo>
                <a:moveTo>
                  <a:pt x="4014216" y="429768"/>
                </a:moveTo>
                <a:lnTo>
                  <a:pt x="3986784" y="429768"/>
                </a:lnTo>
                <a:lnTo>
                  <a:pt x="3986784" y="402336"/>
                </a:lnTo>
                <a:lnTo>
                  <a:pt x="4014216" y="402336"/>
                </a:lnTo>
                <a:lnTo>
                  <a:pt x="4014216" y="429768"/>
                </a:lnTo>
                <a:moveTo>
                  <a:pt x="4059936" y="429768"/>
                </a:moveTo>
                <a:lnTo>
                  <a:pt x="4041648" y="429768"/>
                </a:lnTo>
                <a:lnTo>
                  <a:pt x="4041648" y="402336"/>
                </a:lnTo>
                <a:lnTo>
                  <a:pt x="4059936" y="402336"/>
                </a:lnTo>
                <a:lnTo>
                  <a:pt x="4059936" y="429768"/>
                </a:lnTo>
                <a:moveTo>
                  <a:pt x="4114800" y="429768"/>
                </a:moveTo>
                <a:lnTo>
                  <a:pt x="4087368" y="429768"/>
                </a:lnTo>
                <a:lnTo>
                  <a:pt x="4087368" y="402336"/>
                </a:lnTo>
                <a:lnTo>
                  <a:pt x="4114800" y="402336"/>
                </a:lnTo>
                <a:lnTo>
                  <a:pt x="4114800" y="429768"/>
                </a:lnTo>
                <a:moveTo>
                  <a:pt x="4160520" y="429768"/>
                </a:moveTo>
                <a:lnTo>
                  <a:pt x="4142232" y="429768"/>
                </a:lnTo>
                <a:lnTo>
                  <a:pt x="4142232" y="402336"/>
                </a:lnTo>
                <a:lnTo>
                  <a:pt x="4160520" y="402336"/>
                </a:lnTo>
                <a:lnTo>
                  <a:pt x="4160520" y="429768"/>
                </a:lnTo>
                <a:moveTo>
                  <a:pt x="4215384" y="429768"/>
                </a:moveTo>
                <a:lnTo>
                  <a:pt x="4187952" y="429768"/>
                </a:lnTo>
                <a:lnTo>
                  <a:pt x="4187952" y="402336"/>
                </a:lnTo>
                <a:lnTo>
                  <a:pt x="4215384" y="402336"/>
                </a:lnTo>
                <a:lnTo>
                  <a:pt x="4215384" y="429768"/>
                </a:lnTo>
                <a:moveTo>
                  <a:pt x="4261104" y="429768"/>
                </a:moveTo>
                <a:lnTo>
                  <a:pt x="4242816" y="429768"/>
                </a:lnTo>
                <a:lnTo>
                  <a:pt x="4242816" y="402336"/>
                </a:lnTo>
                <a:lnTo>
                  <a:pt x="4261104" y="402336"/>
                </a:lnTo>
                <a:lnTo>
                  <a:pt x="4261104" y="429768"/>
                </a:lnTo>
                <a:moveTo>
                  <a:pt x="4315968" y="429768"/>
                </a:moveTo>
                <a:lnTo>
                  <a:pt x="4288536" y="429768"/>
                </a:lnTo>
                <a:lnTo>
                  <a:pt x="4288536" y="402336"/>
                </a:lnTo>
                <a:lnTo>
                  <a:pt x="4315968" y="402336"/>
                </a:lnTo>
                <a:lnTo>
                  <a:pt x="4315968" y="429768"/>
                </a:lnTo>
                <a:moveTo>
                  <a:pt x="4361688" y="429768"/>
                </a:moveTo>
                <a:lnTo>
                  <a:pt x="4343400" y="429768"/>
                </a:lnTo>
                <a:lnTo>
                  <a:pt x="4343400" y="402336"/>
                </a:lnTo>
                <a:lnTo>
                  <a:pt x="4361688" y="402336"/>
                </a:lnTo>
                <a:lnTo>
                  <a:pt x="4361688" y="429768"/>
                </a:lnTo>
                <a:moveTo>
                  <a:pt x="4416552" y="429768"/>
                </a:moveTo>
                <a:lnTo>
                  <a:pt x="4389120" y="429768"/>
                </a:lnTo>
                <a:lnTo>
                  <a:pt x="4389120" y="402336"/>
                </a:lnTo>
                <a:lnTo>
                  <a:pt x="4416552" y="402336"/>
                </a:lnTo>
                <a:lnTo>
                  <a:pt x="4416552" y="429768"/>
                </a:lnTo>
                <a:moveTo>
                  <a:pt x="4462272" y="429768"/>
                </a:moveTo>
                <a:lnTo>
                  <a:pt x="4443984" y="429768"/>
                </a:lnTo>
                <a:lnTo>
                  <a:pt x="4443984" y="402336"/>
                </a:lnTo>
                <a:lnTo>
                  <a:pt x="4462272" y="402336"/>
                </a:lnTo>
                <a:lnTo>
                  <a:pt x="4462272" y="429768"/>
                </a:lnTo>
                <a:moveTo>
                  <a:pt x="4517136" y="429768"/>
                </a:moveTo>
                <a:lnTo>
                  <a:pt x="4489704" y="429768"/>
                </a:lnTo>
                <a:lnTo>
                  <a:pt x="4489704" y="402336"/>
                </a:lnTo>
                <a:lnTo>
                  <a:pt x="4517136" y="402336"/>
                </a:lnTo>
                <a:lnTo>
                  <a:pt x="4517136" y="429768"/>
                </a:lnTo>
                <a:moveTo>
                  <a:pt x="4562856" y="429768"/>
                </a:moveTo>
                <a:lnTo>
                  <a:pt x="4544568" y="429768"/>
                </a:lnTo>
                <a:lnTo>
                  <a:pt x="4544568" y="402336"/>
                </a:lnTo>
                <a:lnTo>
                  <a:pt x="4562856" y="402336"/>
                </a:lnTo>
                <a:lnTo>
                  <a:pt x="4562856" y="429768"/>
                </a:lnTo>
                <a:moveTo>
                  <a:pt x="4617720" y="429768"/>
                </a:moveTo>
                <a:lnTo>
                  <a:pt x="4590288" y="429768"/>
                </a:lnTo>
                <a:lnTo>
                  <a:pt x="4590288" y="402336"/>
                </a:lnTo>
                <a:lnTo>
                  <a:pt x="4617720" y="402336"/>
                </a:lnTo>
                <a:lnTo>
                  <a:pt x="4617720" y="429768"/>
                </a:lnTo>
                <a:moveTo>
                  <a:pt x="4663440" y="429768"/>
                </a:moveTo>
                <a:lnTo>
                  <a:pt x="4645152" y="429768"/>
                </a:lnTo>
                <a:lnTo>
                  <a:pt x="4645152" y="402336"/>
                </a:lnTo>
                <a:lnTo>
                  <a:pt x="4663440" y="402336"/>
                </a:lnTo>
                <a:lnTo>
                  <a:pt x="4663440" y="429768"/>
                </a:lnTo>
                <a:moveTo>
                  <a:pt x="4709160" y="429768"/>
                </a:moveTo>
                <a:lnTo>
                  <a:pt x="4690872" y="429768"/>
                </a:lnTo>
                <a:lnTo>
                  <a:pt x="4690872" y="402336"/>
                </a:lnTo>
                <a:lnTo>
                  <a:pt x="4709160" y="402336"/>
                </a:lnTo>
                <a:lnTo>
                  <a:pt x="4709160" y="429768"/>
                </a:lnTo>
              </a:path>
            </a:pathLst>
          </a:custGeom>
          <a:gradFill>
            <a:gsLst>
              <a:gs pos="100000">
                <a:schemeClr val="accent2">
                  <a:lumMod val="20000"/>
                  <a:lumOff val="80000"/>
                </a:schemeClr>
              </a:gs>
              <a:gs pos="0">
                <a:schemeClr val="accent2"/>
              </a:gs>
            </a:gsLst>
            <a:lin ang="1080000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对象4"/>
          <p:cNvSpPr/>
          <p:nvPr>
            <p:custDataLst>
              <p:tags r:id="rId4"/>
            </p:custDataLst>
          </p:nvPr>
        </p:nvSpPr>
        <p:spPr>
          <a:xfrm>
            <a:off x="699770" y="2248218"/>
            <a:ext cx="3785616" cy="448056"/>
          </a:xfrm>
          <a:custGeom>
            <a:avLst/>
            <a:gdLst/>
            <a:ahLst/>
            <a:cxnLst/>
            <a:rect l="l" t="t" r="r" b="b"/>
            <a:pathLst>
              <a:path w="3785616" h="448056">
                <a:moveTo>
                  <a:pt x="9144" y="27432"/>
                </a:moveTo>
                <a:lnTo>
                  <a:pt x="0" y="27432"/>
                </a:lnTo>
                <a:lnTo>
                  <a:pt x="0" y="0"/>
                </a:lnTo>
                <a:lnTo>
                  <a:pt x="9144" y="0"/>
                </a:lnTo>
                <a:lnTo>
                  <a:pt x="9144" y="27432"/>
                </a:lnTo>
                <a:moveTo>
                  <a:pt x="64008" y="27432"/>
                </a:moveTo>
                <a:lnTo>
                  <a:pt x="36576" y="27432"/>
                </a:lnTo>
                <a:lnTo>
                  <a:pt x="36576" y="0"/>
                </a:lnTo>
                <a:lnTo>
                  <a:pt x="64008" y="0"/>
                </a:lnTo>
                <a:lnTo>
                  <a:pt x="64008" y="27432"/>
                </a:lnTo>
                <a:moveTo>
                  <a:pt x="109728" y="27432"/>
                </a:moveTo>
                <a:lnTo>
                  <a:pt x="91440" y="27432"/>
                </a:lnTo>
                <a:lnTo>
                  <a:pt x="91440" y="0"/>
                </a:lnTo>
                <a:lnTo>
                  <a:pt x="109728" y="0"/>
                </a:lnTo>
                <a:lnTo>
                  <a:pt x="109728" y="27432"/>
                </a:lnTo>
                <a:moveTo>
                  <a:pt x="164592" y="27432"/>
                </a:moveTo>
                <a:lnTo>
                  <a:pt x="137160" y="27432"/>
                </a:lnTo>
                <a:lnTo>
                  <a:pt x="137160" y="0"/>
                </a:lnTo>
                <a:lnTo>
                  <a:pt x="164592" y="0"/>
                </a:lnTo>
                <a:lnTo>
                  <a:pt x="164592" y="27432"/>
                </a:lnTo>
                <a:moveTo>
                  <a:pt x="219456" y="27432"/>
                </a:moveTo>
                <a:lnTo>
                  <a:pt x="192024" y="27432"/>
                </a:lnTo>
                <a:lnTo>
                  <a:pt x="192024" y="0"/>
                </a:lnTo>
                <a:lnTo>
                  <a:pt x="219456" y="0"/>
                </a:lnTo>
                <a:lnTo>
                  <a:pt x="219456" y="27432"/>
                </a:lnTo>
                <a:moveTo>
                  <a:pt x="265176" y="27432"/>
                </a:moveTo>
                <a:lnTo>
                  <a:pt x="237744" y="27432"/>
                </a:lnTo>
                <a:lnTo>
                  <a:pt x="237744" y="0"/>
                </a:lnTo>
                <a:lnTo>
                  <a:pt x="265176" y="0"/>
                </a:lnTo>
                <a:lnTo>
                  <a:pt x="265176" y="27432"/>
                </a:lnTo>
                <a:moveTo>
                  <a:pt x="320040" y="27432"/>
                </a:moveTo>
                <a:lnTo>
                  <a:pt x="292608" y="27432"/>
                </a:lnTo>
                <a:lnTo>
                  <a:pt x="292608" y="0"/>
                </a:lnTo>
                <a:lnTo>
                  <a:pt x="320040" y="0"/>
                </a:lnTo>
                <a:lnTo>
                  <a:pt x="320040" y="27432"/>
                </a:lnTo>
                <a:moveTo>
                  <a:pt x="365760" y="27432"/>
                </a:moveTo>
                <a:lnTo>
                  <a:pt x="338328" y="27432"/>
                </a:lnTo>
                <a:lnTo>
                  <a:pt x="338328" y="0"/>
                </a:lnTo>
                <a:lnTo>
                  <a:pt x="365760" y="0"/>
                </a:lnTo>
                <a:lnTo>
                  <a:pt x="365760" y="27432"/>
                </a:lnTo>
                <a:moveTo>
                  <a:pt x="420624" y="27432"/>
                </a:moveTo>
                <a:lnTo>
                  <a:pt x="393192" y="27432"/>
                </a:lnTo>
                <a:lnTo>
                  <a:pt x="393192" y="0"/>
                </a:lnTo>
                <a:lnTo>
                  <a:pt x="420624" y="0"/>
                </a:lnTo>
                <a:lnTo>
                  <a:pt x="420624" y="27432"/>
                </a:lnTo>
                <a:moveTo>
                  <a:pt x="466344" y="27432"/>
                </a:moveTo>
                <a:lnTo>
                  <a:pt x="448056" y="27432"/>
                </a:lnTo>
                <a:lnTo>
                  <a:pt x="448056" y="0"/>
                </a:lnTo>
                <a:lnTo>
                  <a:pt x="466344" y="0"/>
                </a:lnTo>
                <a:lnTo>
                  <a:pt x="466344" y="27432"/>
                </a:lnTo>
                <a:moveTo>
                  <a:pt x="521208" y="27432"/>
                </a:moveTo>
                <a:lnTo>
                  <a:pt x="493776" y="27432"/>
                </a:lnTo>
                <a:lnTo>
                  <a:pt x="493776" y="0"/>
                </a:lnTo>
                <a:lnTo>
                  <a:pt x="521208" y="0"/>
                </a:lnTo>
                <a:lnTo>
                  <a:pt x="521208" y="27432"/>
                </a:lnTo>
                <a:moveTo>
                  <a:pt x="566928" y="27432"/>
                </a:moveTo>
                <a:lnTo>
                  <a:pt x="548640" y="27432"/>
                </a:lnTo>
                <a:lnTo>
                  <a:pt x="548640" y="0"/>
                </a:lnTo>
                <a:lnTo>
                  <a:pt x="566928" y="0"/>
                </a:lnTo>
                <a:lnTo>
                  <a:pt x="566928" y="27432"/>
                </a:lnTo>
                <a:moveTo>
                  <a:pt x="621792" y="27432"/>
                </a:moveTo>
                <a:lnTo>
                  <a:pt x="594360" y="27432"/>
                </a:lnTo>
                <a:lnTo>
                  <a:pt x="594360" y="0"/>
                </a:lnTo>
                <a:lnTo>
                  <a:pt x="621792" y="0"/>
                </a:lnTo>
                <a:lnTo>
                  <a:pt x="621792" y="27432"/>
                </a:lnTo>
                <a:moveTo>
                  <a:pt x="667512" y="27432"/>
                </a:moveTo>
                <a:lnTo>
                  <a:pt x="649224" y="27432"/>
                </a:lnTo>
                <a:lnTo>
                  <a:pt x="649224" y="0"/>
                </a:lnTo>
                <a:lnTo>
                  <a:pt x="667512" y="0"/>
                </a:lnTo>
                <a:lnTo>
                  <a:pt x="667512" y="27432"/>
                </a:lnTo>
                <a:moveTo>
                  <a:pt x="722376" y="27432"/>
                </a:moveTo>
                <a:lnTo>
                  <a:pt x="694944" y="27432"/>
                </a:lnTo>
                <a:lnTo>
                  <a:pt x="694944" y="0"/>
                </a:lnTo>
                <a:lnTo>
                  <a:pt x="722376" y="0"/>
                </a:lnTo>
                <a:lnTo>
                  <a:pt x="722376" y="27432"/>
                </a:lnTo>
                <a:moveTo>
                  <a:pt x="777240" y="27432"/>
                </a:moveTo>
                <a:lnTo>
                  <a:pt x="749808" y="27432"/>
                </a:lnTo>
                <a:lnTo>
                  <a:pt x="749808" y="0"/>
                </a:lnTo>
                <a:lnTo>
                  <a:pt x="777240" y="0"/>
                </a:lnTo>
                <a:lnTo>
                  <a:pt x="777240" y="27432"/>
                </a:lnTo>
                <a:moveTo>
                  <a:pt x="822960" y="27432"/>
                </a:moveTo>
                <a:lnTo>
                  <a:pt x="795528" y="27432"/>
                </a:lnTo>
                <a:lnTo>
                  <a:pt x="795528" y="0"/>
                </a:lnTo>
                <a:lnTo>
                  <a:pt x="822960" y="0"/>
                </a:lnTo>
                <a:lnTo>
                  <a:pt x="822960" y="27432"/>
                </a:lnTo>
                <a:moveTo>
                  <a:pt x="877824" y="27432"/>
                </a:moveTo>
                <a:lnTo>
                  <a:pt x="850392" y="27432"/>
                </a:lnTo>
                <a:lnTo>
                  <a:pt x="850392" y="0"/>
                </a:lnTo>
                <a:lnTo>
                  <a:pt x="877824" y="0"/>
                </a:lnTo>
                <a:lnTo>
                  <a:pt x="877824" y="27432"/>
                </a:lnTo>
                <a:moveTo>
                  <a:pt x="923544" y="27432"/>
                </a:moveTo>
                <a:lnTo>
                  <a:pt x="896112" y="27432"/>
                </a:lnTo>
                <a:lnTo>
                  <a:pt x="896112" y="0"/>
                </a:lnTo>
                <a:lnTo>
                  <a:pt x="923544" y="0"/>
                </a:lnTo>
                <a:lnTo>
                  <a:pt x="923544" y="27432"/>
                </a:lnTo>
                <a:moveTo>
                  <a:pt x="978408" y="27432"/>
                </a:moveTo>
                <a:lnTo>
                  <a:pt x="950976" y="27432"/>
                </a:lnTo>
                <a:lnTo>
                  <a:pt x="950976" y="0"/>
                </a:lnTo>
                <a:lnTo>
                  <a:pt x="978408" y="0"/>
                </a:lnTo>
                <a:lnTo>
                  <a:pt x="978408" y="27432"/>
                </a:lnTo>
                <a:moveTo>
                  <a:pt x="1024128" y="27432"/>
                </a:moveTo>
                <a:lnTo>
                  <a:pt x="1005840" y="27432"/>
                </a:lnTo>
                <a:lnTo>
                  <a:pt x="1005840" y="0"/>
                </a:lnTo>
                <a:lnTo>
                  <a:pt x="1024128" y="0"/>
                </a:lnTo>
                <a:lnTo>
                  <a:pt x="1024128" y="27432"/>
                </a:lnTo>
                <a:moveTo>
                  <a:pt x="1078992" y="27432"/>
                </a:moveTo>
                <a:lnTo>
                  <a:pt x="1051560" y="27432"/>
                </a:lnTo>
                <a:lnTo>
                  <a:pt x="1051560" y="0"/>
                </a:lnTo>
                <a:lnTo>
                  <a:pt x="1078992" y="0"/>
                </a:lnTo>
                <a:lnTo>
                  <a:pt x="1078992" y="27432"/>
                </a:lnTo>
                <a:moveTo>
                  <a:pt x="1124712" y="27432"/>
                </a:moveTo>
                <a:lnTo>
                  <a:pt x="1106424" y="27432"/>
                </a:lnTo>
                <a:lnTo>
                  <a:pt x="1106424" y="0"/>
                </a:lnTo>
                <a:lnTo>
                  <a:pt x="1124712" y="0"/>
                </a:lnTo>
                <a:lnTo>
                  <a:pt x="1124712" y="27432"/>
                </a:lnTo>
                <a:moveTo>
                  <a:pt x="1179576" y="27432"/>
                </a:moveTo>
                <a:lnTo>
                  <a:pt x="1152144" y="27432"/>
                </a:lnTo>
                <a:lnTo>
                  <a:pt x="1152144" y="0"/>
                </a:lnTo>
                <a:lnTo>
                  <a:pt x="1179576" y="0"/>
                </a:lnTo>
                <a:lnTo>
                  <a:pt x="1179576" y="27432"/>
                </a:lnTo>
                <a:moveTo>
                  <a:pt x="1225296" y="27432"/>
                </a:moveTo>
                <a:lnTo>
                  <a:pt x="1207008" y="27432"/>
                </a:lnTo>
                <a:lnTo>
                  <a:pt x="1207008" y="0"/>
                </a:lnTo>
                <a:lnTo>
                  <a:pt x="1225296" y="0"/>
                </a:lnTo>
                <a:lnTo>
                  <a:pt x="1225296" y="27432"/>
                </a:lnTo>
                <a:moveTo>
                  <a:pt x="1280160" y="27432"/>
                </a:moveTo>
                <a:lnTo>
                  <a:pt x="1252728" y="27432"/>
                </a:lnTo>
                <a:lnTo>
                  <a:pt x="1252728" y="0"/>
                </a:lnTo>
                <a:lnTo>
                  <a:pt x="1280160" y="0"/>
                </a:lnTo>
                <a:lnTo>
                  <a:pt x="1280160" y="27432"/>
                </a:lnTo>
                <a:moveTo>
                  <a:pt x="1335024" y="27432"/>
                </a:moveTo>
                <a:lnTo>
                  <a:pt x="1307592" y="27432"/>
                </a:lnTo>
                <a:lnTo>
                  <a:pt x="1307592" y="0"/>
                </a:lnTo>
                <a:lnTo>
                  <a:pt x="1335024" y="0"/>
                </a:lnTo>
                <a:lnTo>
                  <a:pt x="1335024" y="27432"/>
                </a:lnTo>
                <a:moveTo>
                  <a:pt x="1380744" y="27432"/>
                </a:moveTo>
                <a:lnTo>
                  <a:pt x="1353312" y="27432"/>
                </a:lnTo>
                <a:lnTo>
                  <a:pt x="1353312" y="0"/>
                </a:lnTo>
                <a:lnTo>
                  <a:pt x="1380744" y="0"/>
                </a:lnTo>
                <a:lnTo>
                  <a:pt x="1380744" y="27432"/>
                </a:lnTo>
                <a:moveTo>
                  <a:pt x="1435608" y="27432"/>
                </a:moveTo>
                <a:lnTo>
                  <a:pt x="1408176" y="27432"/>
                </a:lnTo>
                <a:lnTo>
                  <a:pt x="1408176" y="0"/>
                </a:lnTo>
                <a:lnTo>
                  <a:pt x="1435608" y="0"/>
                </a:lnTo>
                <a:lnTo>
                  <a:pt x="1435608" y="27432"/>
                </a:lnTo>
                <a:moveTo>
                  <a:pt x="1481328" y="27432"/>
                </a:moveTo>
                <a:lnTo>
                  <a:pt x="1453896" y="27432"/>
                </a:lnTo>
                <a:lnTo>
                  <a:pt x="1453896" y="0"/>
                </a:lnTo>
                <a:lnTo>
                  <a:pt x="1481328" y="0"/>
                </a:lnTo>
                <a:lnTo>
                  <a:pt x="1481328" y="27432"/>
                </a:lnTo>
                <a:moveTo>
                  <a:pt x="1536192" y="27432"/>
                </a:moveTo>
                <a:lnTo>
                  <a:pt x="1508760" y="27432"/>
                </a:lnTo>
                <a:lnTo>
                  <a:pt x="1508760" y="0"/>
                </a:lnTo>
                <a:lnTo>
                  <a:pt x="1536192" y="0"/>
                </a:lnTo>
                <a:lnTo>
                  <a:pt x="1536192" y="27432"/>
                </a:lnTo>
                <a:moveTo>
                  <a:pt x="1581912" y="27432"/>
                </a:moveTo>
                <a:lnTo>
                  <a:pt x="1554480" y="27432"/>
                </a:lnTo>
                <a:lnTo>
                  <a:pt x="1554480" y="0"/>
                </a:lnTo>
                <a:lnTo>
                  <a:pt x="1581912" y="0"/>
                </a:lnTo>
                <a:lnTo>
                  <a:pt x="1581912" y="27432"/>
                </a:lnTo>
                <a:moveTo>
                  <a:pt x="1636776" y="27432"/>
                </a:moveTo>
                <a:lnTo>
                  <a:pt x="1609344" y="27432"/>
                </a:lnTo>
                <a:lnTo>
                  <a:pt x="1609344" y="0"/>
                </a:lnTo>
                <a:lnTo>
                  <a:pt x="1636776" y="0"/>
                </a:lnTo>
                <a:lnTo>
                  <a:pt x="1636776" y="27432"/>
                </a:lnTo>
                <a:moveTo>
                  <a:pt x="1682496" y="27432"/>
                </a:moveTo>
                <a:lnTo>
                  <a:pt x="1664208" y="27432"/>
                </a:lnTo>
                <a:lnTo>
                  <a:pt x="1664208" y="0"/>
                </a:lnTo>
                <a:lnTo>
                  <a:pt x="1682496" y="0"/>
                </a:lnTo>
                <a:lnTo>
                  <a:pt x="1682496" y="27432"/>
                </a:lnTo>
                <a:moveTo>
                  <a:pt x="1737360" y="27432"/>
                </a:moveTo>
                <a:lnTo>
                  <a:pt x="1709928" y="27432"/>
                </a:lnTo>
                <a:lnTo>
                  <a:pt x="1709928" y="0"/>
                </a:lnTo>
                <a:lnTo>
                  <a:pt x="1737360" y="0"/>
                </a:lnTo>
                <a:lnTo>
                  <a:pt x="1737360" y="27432"/>
                </a:lnTo>
                <a:moveTo>
                  <a:pt x="1783080" y="27432"/>
                </a:moveTo>
                <a:lnTo>
                  <a:pt x="1764792" y="27432"/>
                </a:lnTo>
                <a:lnTo>
                  <a:pt x="1764792" y="0"/>
                </a:lnTo>
                <a:lnTo>
                  <a:pt x="1783080" y="0"/>
                </a:lnTo>
                <a:lnTo>
                  <a:pt x="1783080" y="27432"/>
                </a:lnTo>
                <a:moveTo>
                  <a:pt x="1837944" y="27432"/>
                </a:moveTo>
                <a:lnTo>
                  <a:pt x="1810512" y="27432"/>
                </a:lnTo>
                <a:lnTo>
                  <a:pt x="1810512" y="0"/>
                </a:lnTo>
                <a:lnTo>
                  <a:pt x="1837944" y="0"/>
                </a:lnTo>
                <a:lnTo>
                  <a:pt x="1837944" y="27432"/>
                </a:lnTo>
                <a:moveTo>
                  <a:pt x="1892808" y="27432"/>
                </a:moveTo>
                <a:lnTo>
                  <a:pt x="1865376" y="27432"/>
                </a:lnTo>
                <a:lnTo>
                  <a:pt x="1865376" y="0"/>
                </a:lnTo>
                <a:lnTo>
                  <a:pt x="1892808" y="0"/>
                </a:lnTo>
                <a:lnTo>
                  <a:pt x="1892808" y="27432"/>
                </a:lnTo>
                <a:moveTo>
                  <a:pt x="1938528" y="27432"/>
                </a:moveTo>
                <a:lnTo>
                  <a:pt x="1911096" y="27432"/>
                </a:lnTo>
                <a:lnTo>
                  <a:pt x="1911096" y="0"/>
                </a:lnTo>
                <a:lnTo>
                  <a:pt x="1938528" y="0"/>
                </a:lnTo>
                <a:lnTo>
                  <a:pt x="1938528" y="27432"/>
                </a:lnTo>
                <a:moveTo>
                  <a:pt x="1993392" y="27432"/>
                </a:moveTo>
                <a:lnTo>
                  <a:pt x="1965960" y="27432"/>
                </a:lnTo>
                <a:lnTo>
                  <a:pt x="1965960" y="0"/>
                </a:lnTo>
                <a:lnTo>
                  <a:pt x="1993392" y="0"/>
                </a:lnTo>
                <a:lnTo>
                  <a:pt x="1993392" y="27432"/>
                </a:lnTo>
                <a:moveTo>
                  <a:pt x="2039112" y="27432"/>
                </a:moveTo>
                <a:lnTo>
                  <a:pt x="2011680" y="27432"/>
                </a:lnTo>
                <a:lnTo>
                  <a:pt x="2011680" y="0"/>
                </a:lnTo>
                <a:lnTo>
                  <a:pt x="2039112" y="0"/>
                </a:lnTo>
                <a:lnTo>
                  <a:pt x="2039112" y="27432"/>
                </a:lnTo>
                <a:moveTo>
                  <a:pt x="2093976" y="27432"/>
                </a:moveTo>
                <a:lnTo>
                  <a:pt x="2066544" y="27432"/>
                </a:lnTo>
                <a:lnTo>
                  <a:pt x="2066544" y="0"/>
                </a:lnTo>
                <a:lnTo>
                  <a:pt x="2093976" y="0"/>
                </a:lnTo>
                <a:lnTo>
                  <a:pt x="2093976" y="27432"/>
                </a:lnTo>
                <a:moveTo>
                  <a:pt x="2139696" y="27432"/>
                </a:moveTo>
                <a:lnTo>
                  <a:pt x="2112264" y="27432"/>
                </a:lnTo>
                <a:lnTo>
                  <a:pt x="2112264" y="0"/>
                </a:lnTo>
                <a:lnTo>
                  <a:pt x="2139696" y="0"/>
                </a:lnTo>
                <a:lnTo>
                  <a:pt x="2139696" y="27432"/>
                </a:lnTo>
                <a:moveTo>
                  <a:pt x="2194560" y="27432"/>
                </a:moveTo>
                <a:lnTo>
                  <a:pt x="2167128" y="27432"/>
                </a:lnTo>
                <a:lnTo>
                  <a:pt x="2167128" y="0"/>
                </a:lnTo>
                <a:lnTo>
                  <a:pt x="2194560" y="0"/>
                </a:lnTo>
                <a:lnTo>
                  <a:pt x="2194560" y="27432"/>
                </a:lnTo>
                <a:moveTo>
                  <a:pt x="2240280" y="27432"/>
                </a:moveTo>
                <a:lnTo>
                  <a:pt x="2221992" y="27432"/>
                </a:lnTo>
                <a:lnTo>
                  <a:pt x="2221992" y="0"/>
                </a:lnTo>
                <a:lnTo>
                  <a:pt x="2240280" y="0"/>
                </a:lnTo>
                <a:lnTo>
                  <a:pt x="2240280" y="27432"/>
                </a:lnTo>
                <a:moveTo>
                  <a:pt x="2295144" y="27432"/>
                </a:moveTo>
                <a:lnTo>
                  <a:pt x="2267712" y="27432"/>
                </a:lnTo>
                <a:lnTo>
                  <a:pt x="2267712" y="0"/>
                </a:lnTo>
                <a:lnTo>
                  <a:pt x="2295144" y="0"/>
                </a:lnTo>
                <a:lnTo>
                  <a:pt x="2295144" y="27432"/>
                </a:lnTo>
                <a:moveTo>
                  <a:pt x="2340864" y="27432"/>
                </a:moveTo>
                <a:lnTo>
                  <a:pt x="2322576" y="27432"/>
                </a:lnTo>
                <a:lnTo>
                  <a:pt x="2322576" y="0"/>
                </a:lnTo>
                <a:lnTo>
                  <a:pt x="2340864" y="0"/>
                </a:lnTo>
                <a:lnTo>
                  <a:pt x="2340864" y="27432"/>
                </a:lnTo>
                <a:moveTo>
                  <a:pt x="2395728" y="27432"/>
                </a:moveTo>
                <a:lnTo>
                  <a:pt x="2368296" y="27432"/>
                </a:lnTo>
                <a:lnTo>
                  <a:pt x="2368296" y="0"/>
                </a:lnTo>
                <a:lnTo>
                  <a:pt x="2395728" y="0"/>
                </a:lnTo>
                <a:lnTo>
                  <a:pt x="2395728" y="27432"/>
                </a:lnTo>
                <a:moveTo>
                  <a:pt x="2450592" y="27432"/>
                </a:moveTo>
                <a:lnTo>
                  <a:pt x="2423160" y="27432"/>
                </a:lnTo>
                <a:lnTo>
                  <a:pt x="2423160" y="0"/>
                </a:lnTo>
                <a:lnTo>
                  <a:pt x="2450592" y="0"/>
                </a:lnTo>
                <a:lnTo>
                  <a:pt x="2450592" y="27432"/>
                </a:lnTo>
                <a:moveTo>
                  <a:pt x="2496312" y="27432"/>
                </a:moveTo>
                <a:lnTo>
                  <a:pt x="2468880" y="27432"/>
                </a:lnTo>
                <a:lnTo>
                  <a:pt x="2468880" y="0"/>
                </a:lnTo>
                <a:lnTo>
                  <a:pt x="2496312" y="0"/>
                </a:lnTo>
                <a:lnTo>
                  <a:pt x="2496312" y="27432"/>
                </a:lnTo>
                <a:moveTo>
                  <a:pt x="2551176" y="27432"/>
                </a:moveTo>
                <a:lnTo>
                  <a:pt x="2523744" y="27432"/>
                </a:lnTo>
                <a:lnTo>
                  <a:pt x="2523744" y="0"/>
                </a:lnTo>
                <a:lnTo>
                  <a:pt x="2551176" y="0"/>
                </a:lnTo>
                <a:lnTo>
                  <a:pt x="2551176" y="27432"/>
                </a:lnTo>
                <a:moveTo>
                  <a:pt x="2596896" y="27432"/>
                </a:moveTo>
                <a:lnTo>
                  <a:pt x="2569464" y="27432"/>
                </a:lnTo>
                <a:lnTo>
                  <a:pt x="2569464" y="0"/>
                </a:lnTo>
                <a:lnTo>
                  <a:pt x="2596896" y="0"/>
                </a:lnTo>
                <a:lnTo>
                  <a:pt x="2596896" y="27432"/>
                </a:lnTo>
                <a:moveTo>
                  <a:pt x="2651760" y="27432"/>
                </a:moveTo>
                <a:lnTo>
                  <a:pt x="2624328" y="27432"/>
                </a:lnTo>
                <a:lnTo>
                  <a:pt x="2624328" y="0"/>
                </a:lnTo>
                <a:lnTo>
                  <a:pt x="2651760" y="0"/>
                </a:lnTo>
                <a:lnTo>
                  <a:pt x="2651760" y="27432"/>
                </a:lnTo>
                <a:moveTo>
                  <a:pt x="2697480" y="27432"/>
                </a:moveTo>
                <a:lnTo>
                  <a:pt x="2670048" y="27432"/>
                </a:lnTo>
                <a:lnTo>
                  <a:pt x="2670048" y="0"/>
                </a:lnTo>
                <a:lnTo>
                  <a:pt x="2697480" y="0"/>
                </a:lnTo>
                <a:lnTo>
                  <a:pt x="2697480" y="27432"/>
                </a:lnTo>
                <a:moveTo>
                  <a:pt x="2752344" y="27432"/>
                </a:moveTo>
                <a:lnTo>
                  <a:pt x="2724912" y="27432"/>
                </a:lnTo>
                <a:lnTo>
                  <a:pt x="2724912" y="0"/>
                </a:lnTo>
                <a:lnTo>
                  <a:pt x="2752344" y="0"/>
                </a:lnTo>
                <a:lnTo>
                  <a:pt x="2752344" y="27432"/>
                </a:lnTo>
                <a:moveTo>
                  <a:pt x="2798064" y="27432"/>
                </a:moveTo>
                <a:lnTo>
                  <a:pt x="2779776" y="27432"/>
                </a:lnTo>
                <a:lnTo>
                  <a:pt x="2779776" y="0"/>
                </a:lnTo>
                <a:lnTo>
                  <a:pt x="2798064" y="0"/>
                </a:lnTo>
                <a:lnTo>
                  <a:pt x="2798064" y="27432"/>
                </a:lnTo>
                <a:moveTo>
                  <a:pt x="2852928" y="27432"/>
                </a:moveTo>
                <a:lnTo>
                  <a:pt x="2825496" y="27432"/>
                </a:lnTo>
                <a:lnTo>
                  <a:pt x="2825496" y="0"/>
                </a:lnTo>
                <a:lnTo>
                  <a:pt x="2852928" y="0"/>
                </a:lnTo>
                <a:lnTo>
                  <a:pt x="2852928" y="27432"/>
                </a:lnTo>
                <a:moveTo>
                  <a:pt x="2898648" y="27432"/>
                </a:moveTo>
                <a:lnTo>
                  <a:pt x="2880360" y="27432"/>
                </a:lnTo>
                <a:lnTo>
                  <a:pt x="2880360" y="0"/>
                </a:lnTo>
                <a:lnTo>
                  <a:pt x="2898648" y="0"/>
                </a:lnTo>
                <a:lnTo>
                  <a:pt x="2898648" y="27432"/>
                </a:lnTo>
                <a:moveTo>
                  <a:pt x="2953512" y="27432"/>
                </a:moveTo>
                <a:lnTo>
                  <a:pt x="2926080" y="27432"/>
                </a:lnTo>
                <a:lnTo>
                  <a:pt x="2926080" y="0"/>
                </a:lnTo>
                <a:lnTo>
                  <a:pt x="2953512" y="0"/>
                </a:lnTo>
                <a:lnTo>
                  <a:pt x="2953512" y="27432"/>
                </a:lnTo>
                <a:moveTo>
                  <a:pt x="3008376" y="27432"/>
                </a:moveTo>
                <a:lnTo>
                  <a:pt x="2980944" y="27432"/>
                </a:lnTo>
                <a:lnTo>
                  <a:pt x="2980944" y="0"/>
                </a:lnTo>
                <a:lnTo>
                  <a:pt x="3008376" y="0"/>
                </a:lnTo>
                <a:lnTo>
                  <a:pt x="3008376" y="27432"/>
                </a:lnTo>
                <a:moveTo>
                  <a:pt x="3054096" y="27432"/>
                </a:moveTo>
                <a:lnTo>
                  <a:pt x="3026664" y="27432"/>
                </a:lnTo>
                <a:lnTo>
                  <a:pt x="3026664" y="0"/>
                </a:lnTo>
                <a:lnTo>
                  <a:pt x="3054096" y="0"/>
                </a:lnTo>
                <a:lnTo>
                  <a:pt x="3054096" y="27432"/>
                </a:lnTo>
                <a:moveTo>
                  <a:pt x="3108960" y="27432"/>
                </a:moveTo>
                <a:lnTo>
                  <a:pt x="3081528" y="27432"/>
                </a:lnTo>
                <a:lnTo>
                  <a:pt x="3081528" y="0"/>
                </a:lnTo>
                <a:lnTo>
                  <a:pt x="3108960" y="0"/>
                </a:lnTo>
                <a:lnTo>
                  <a:pt x="3108960" y="27432"/>
                </a:lnTo>
                <a:moveTo>
                  <a:pt x="3136392" y="27432"/>
                </a:moveTo>
                <a:lnTo>
                  <a:pt x="3127248" y="27432"/>
                </a:lnTo>
                <a:lnTo>
                  <a:pt x="3127248" y="0"/>
                </a:lnTo>
                <a:lnTo>
                  <a:pt x="3154680" y="0"/>
                </a:lnTo>
                <a:lnTo>
                  <a:pt x="3163824" y="18288"/>
                </a:lnTo>
                <a:lnTo>
                  <a:pt x="3136392" y="27432"/>
                </a:lnTo>
                <a:lnTo>
                  <a:pt x="3136392" y="27432"/>
                </a:lnTo>
                <a:moveTo>
                  <a:pt x="3163824" y="73152"/>
                </a:moveTo>
                <a:lnTo>
                  <a:pt x="3145536" y="54864"/>
                </a:lnTo>
                <a:lnTo>
                  <a:pt x="3172968" y="45720"/>
                </a:lnTo>
                <a:lnTo>
                  <a:pt x="3182112" y="64008"/>
                </a:lnTo>
                <a:lnTo>
                  <a:pt x="3163824" y="73152"/>
                </a:lnTo>
                <a:moveTo>
                  <a:pt x="3182112" y="118872"/>
                </a:moveTo>
                <a:lnTo>
                  <a:pt x="3172968" y="100584"/>
                </a:lnTo>
                <a:lnTo>
                  <a:pt x="3191256" y="91440"/>
                </a:lnTo>
                <a:lnTo>
                  <a:pt x="3209544" y="109728"/>
                </a:lnTo>
                <a:lnTo>
                  <a:pt x="3182112" y="118872"/>
                </a:lnTo>
                <a:moveTo>
                  <a:pt x="3209544" y="173736"/>
                </a:moveTo>
                <a:lnTo>
                  <a:pt x="3191256" y="146304"/>
                </a:lnTo>
                <a:lnTo>
                  <a:pt x="3218688" y="137160"/>
                </a:lnTo>
                <a:lnTo>
                  <a:pt x="3227832" y="155448"/>
                </a:lnTo>
                <a:lnTo>
                  <a:pt x="3209544" y="173736"/>
                </a:lnTo>
                <a:moveTo>
                  <a:pt x="3227832" y="219456"/>
                </a:moveTo>
                <a:lnTo>
                  <a:pt x="3218688" y="192024"/>
                </a:lnTo>
                <a:lnTo>
                  <a:pt x="3236976" y="182880"/>
                </a:lnTo>
                <a:lnTo>
                  <a:pt x="3246120" y="201168"/>
                </a:lnTo>
                <a:lnTo>
                  <a:pt x="3227832" y="219456"/>
                </a:lnTo>
                <a:moveTo>
                  <a:pt x="3246120" y="265176"/>
                </a:moveTo>
                <a:lnTo>
                  <a:pt x="3236976" y="237744"/>
                </a:lnTo>
                <a:lnTo>
                  <a:pt x="3264408" y="228600"/>
                </a:lnTo>
                <a:lnTo>
                  <a:pt x="3273552" y="256032"/>
                </a:lnTo>
                <a:lnTo>
                  <a:pt x="3246120" y="265176"/>
                </a:lnTo>
                <a:moveTo>
                  <a:pt x="3273552" y="310896"/>
                </a:moveTo>
                <a:lnTo>
                  <a:pt x="3264408" y="283464"/>
                </a:lnTo>
                <a:lnTo>
                  <a:pt x="3282696" y="274320"/>
                </a:lnTo>
                <a:lnTo>
                  <a:pt x="3291840" y="301752"/>
                </a:lnTo>
                <a:lnTo>
                  <a:pt x="3273552" y="310896"/>
                </a:lnTo>
                <a:moveTo>
                  <a:pt x="3291840" y="356616"/>
                </a:moveTo>
                <a:lnTo>
                  <a:pt x="3282696" y="329184"/>
                </a:lnTo>
                <a:lnTo>
                  <a:pt x="3310128" y="320040"/>
                </a:lnTo>
                <a:lnTo>
                  <a:pt x="3319272" y="347472"/>
                </a:lnTo>
                <a:lnTo>
                  <a:pt x="3291840" y="356616"/>
                </a:lnTo>
                <a:moveTo>
                  <a:pt x="3319272" y="402336"/>
                </a:moveTo>
                <a:lnTo>
                  <a:pt x="3310128" y="374904"/>
                </a:lnTo>
                <a:lnTo>
                  <a:pt x="3328416" y="365760"/>
                </a:lnTo>
                <a:lnTo>
                  <a:pt x="3337560" y="393192"/>
                </a:lnTo>
                <a:lnTo>
                  <a:pt x="3319272" y="402336"/>
                </a:lnTo>
                <a:moveTo>
                  <a:pt x="3328416" y="429768"/>
                </a:moveTo>
                <a:lnTo>
                  <a:pt x="3355848" y="411480"/>
                </a:lnTo>
                <a:lnTo>
                  <a:pt x="3355848" y="420624"/>
                </a:lnTo>
                <a:lnTo>
                  <a:pt x="3355848" y="420624"/>
                </a:lnTo>
                <a:lnTo>
                  <a:pt x="3355848" y="448056"/>
                </a:lnTo>
                <a:lnTo>
                  <a:pt x="3337560" y="448056"/>
                </a:lnTo>
                <a:lnTo>
                  <a:pt x="3328416" y="429768"/>
                </a:lnTo>
                <a:moveTo>
                  <a:pt x="3410712" y="448056"/>
                </a:moveTo>
                <a:lnTo>
                  <a:pt x="3383280" y="448056"/>
                </a:lnTo>
                <a:lnTo>
                  <a:pt x="3383280" y="420624"/>
                </a:lnTo>
                <a:lnTo>
                  <a:pt x="3410712" y="420624"/>
                </a:lnTo>
                <a:lnTo>
                  <a:pt x="3410712" y="448056"/>
                </a:lnTo>
                <a:moveTo>
                  <a:pt x="3456432" y="448056"/>
                </a:moveTo>
                <a:lnTo>
                  <a:pt x="3429000" y="448056"/>
                </a:lnTo>
                <a:lnTo>
                  <a:pt x="3429000" y="420624"/>
                </a:lnTo>
                <a:lnTo>
                  <a:pt x="3456432" y="420624"/>
                </a:lnTo>
                <a:lnTo>
                  <a:pt x="3456432" y="448056"/>
                </a:lnTo>
                <a:moveTo>
                  <a:pt x="3502152" y="448056"/>
                </a:moveTo>
                <a:lnTo>
                  <a:pt x="3483864" y="448056"/>
                </a:lnTo>
                <a:lnTo>
                  <a:pt x="3483864" y="420624"/>
                </a:lnTo>
                <a:lnTo>
                  <a:pt x="3502152" y="420624"/>
                </a:lnTo>
                <a:lnTo>
                  <a:pt x="3502152" y="448056"/>
                </a:lnTo>
                <a:moveTo>
                  <a:pt x="3557016" y="448056"/>
                </a:moveTo>
                <a:lnTo>
                  <a:pt x="3529584" y="448056"/>
                </a:lnTo>
                <a:lnTo>
                  <a:pt x="3529584" y="420624"/>
                </a:lnTo>
                <a:lnTo>
                  <a:pt x="3557016" y="420624"/>
                </a:lnTo>
                <a:lnTo>
                  <a:pt x="3557016" y="448056"/>
                </a:lnTo>
                <a:moveTo>
                  <a:pt x="3602736" y="448056"/>
                </a:moveTo>
                <a:lnTo>
                  <a:pt x="3575304" y="448056"/>
                </a:lnTo>
                <a:lnTo>
                  <a:pt x="3575304" y="420624"/>
                </a:lnTo>
                <a:lnTo>
                  <a:pt x="3602736" y="420624"/>
                </a:lnTo>
                <a:lnTo>
                  <a:pt x="3602736" y="448056"/>
                </a:lnTo>
                <a:moveTo>
                  <a:pt x="3648456" y="448056"/>
                </a:moveTo>
                <a:lnTo>
                  <a:pt x="3630168" y="448056"/>
                </a:lnTo>
                <a:lnTo>
                  <a:pt x="3630168" y="420624"/>
                </a:lnTo>
                <a:lnTo>
                  <a:pt x="3648456" y="420624"/>
                </a:lnTo>
                <a:lnTo>
                  <a:pt x="3648456" y="448056"/>
                </a:lnTo>
                <a:moveTo>
                  <a:pt x="3703320" y="448056"/>
                </a:moveTo>
                <a:lnTo>
                  <a:pt x="3675888" y="448056"/>
                </a:lnTo>
                <a:lnTo>
                  <a:pt x="3675888" y="420624"/>
                </a:lnTo>
                <a:lnTo>
                  <a:pt x="3703320" y="420624"/>
                </a:lnTo>
                <a:lnTo>
                  <a:pt x="3703320" y="448056"/>
                </a:lnTo>
                <a:moveTo>
                  <a:pt x="3749040" y="448056"/>
                </a:moveTo>
                <a:lnTo>
                  <a:pt x="3721608" y="448056"/>
                </a:lnTo>
                <a:lnTo>
                  <a:pt x="3721608" y="420624"/>
                </a:lnTo>
                <a:lnTo>
                  <a:pt x="3749040" y="420624"/>
                </a:lnTo>
                <a:lnTo>
                  <a:pt x="3749040" y="448056"/>
                </a:lnTo>
                <a:moveTo>
                  <a:pt x="3785616" y="448056"/>
                </a:moveTo>
                <a:lnTo>
                  <a:pt x="3776472" y="448056"/>
                </a:lnTo>
                <a:lnTo>
                  <a:pt x="3776472" y="420624"/>
                </a:lnTo>
                <a:lnTo>
                  <a:pt x="3785616" y="420624"/>
                </a:lnTo>
                <a:lnTo>
                  <a:pt x="3785616" y="448056"/>
                </a:lnTo>
              </a:path>
            </a:pathLst>
          </a:custGeom>
          <a:gradFill>
            <a:gsLst>
              <a:gs pos="100000">
                <a:schemeClr val="accent2">
                  <a:lumMod val="20000"/>
                  <a:lumOff val="80000"/>
                </a:schemeClr>
              </a:gs>
              <a:gs pos="0">
                <a:schemeClr val="accent2"/>
              </a:gs>
            </a:gsLst>
            <a:lin ang="1080000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对象6"/>
          <p:cNvSpPr/>
          <p:nvPr>
            <p:custDataLst>
              <p:tags r:id="rId5"/>
            </p:custDataLst>
          </p:nvPr>
        </p:nvSpPr>
        <p:spPr>
          <a:xfrm>
            <a:off x="4484370" y="1770063"/>
            <a:ext cx="3191256" cy="3191256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对象7"/>
          <p:cNvSpPr/>
          <p:nvPr>
            <p:custDataLst>
              <p:tags r:id="rId6"/>
            </p:custDataLst>
          </p:nvPr>
        </p:nvSpPr>
        <p:spPr>
          <a:xfrm>
            <a:off x="4283075" y="2483803"/>
            <a:ext cx="1764792" cy="2130552"/>
          </a:xfrm>
          <a:custGeom>
            <a:avLst/>
            <a:gdLst/>
            <a:ahLst/>
            <a:cxnLst/>
            <a:rect l="l" t="t" r="r" b="b"/>
            <a:pathLst>
              <a:path w="1764792" h="2130552">
                <a:moveTo>
                  <a:pt x="283464" y="9144"/>
                </a:moveTo>
                <a:cubicBezTo>
                  <a:pt x="256032" y="-9144"/>
                  <a:pt x="228600" y="0"/>
                  <a:pt x="219456" y="27432"/>
                </a:cubicBezTo>
                <a:cubicBezTo>
                  <a:pt x="36576" y="356616"/>
                  <a:pt x="-36576" y="740664"/>
                  <a:pt x="18288" y="1115568"/>
                </a:cubicBezTo>
                <a:cubicBezTo>
                  <a:pt x="64008" y="1490472"/>
                  <a:pt x="228600" y="1837944"/>
                  <a:pt x="493776" y="2112264"/>
                </a:cubicBezTo>
                <a:cubicBezTo>
                  <a:pt x="512064" y="2130552"/>
                  <a:pt x="539496" y="2130552"/>
                  <a:pt x="557784" y="2112264"/>
                </a:cubicBezTo>
                <a:lnTo>
                  <a:pt x="1746504" y="923544"/>
                </a:lnTo>
                <a:cubicBezTo>
                  <a:pt x="1773936" y="905256"/>
                  <a:pt x="1764792" y="859536"/>
                  <a:pt x="1737360" y="850392"/>
                </a:cubicBezTo>
                <a:lnTo>
                  <a:pt x="283464" y="9144"/>
                </a:lnTo>
              </a:path>
            </a:pathLst>
          </a:custGeom>
          <a:solidFill>
            <a:srgbClr val="00B0F0"/>
          </a:solidFill>
          <a:ln w="25400">
            <a:solidFill>
              <a:schemeClr val="lt1"/>
            </a:solidFill>
            <a:prstDash val="soli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对象8"/>
          <p:cNvSpPr/>
          <p:nvPr>
            <p:custDataLst>
              <p:tags r:id="rId7"/>
            </p:custDataLst>
          </p:nvPr>
        </p:nvSpPr>
        <p:spPr>
          <a:xfrm>
            <a:off x="4758690" y="3398203"/>
            <a:ext cx="2249424" cy="1865376"/>
          </a:xfrm>
          <a:custGeom>
            <a:avLst/>
            <a:gdLst/>
            <a:ahLst/>
            <a:cxnLst/>
            <a:rect l="l" t="t" r="r" b="b"/>
            <a:pathLst>
              <a:path w="2249424" h="1865376">
                <a:moveTo>
                  <a:pt x="18288" y="1271016"/>
                </a:moveTo>
                <a:cubicBezTo>
                  <a:pt x="-9144" y="1298448"/>
                  <a:pt x="-9144" y="1325880"/>
                  <a:pt x="18288" y="1344168"/>
                </a:cubicBezTo>
                <a:cubicBezTo>
                  <a:pt x="301752" y="1618488"/>
                  <a:pt x="676656" y="1801368"/>
                  <a:pt x="1069848" y="1847088"/>
                </a:cubicBezTo>
                <a:cubicBezTo>
                  <a:pt x="1472184" y="1901952"/>
                  <a:pt x="1874520" y="1828800"/>
                  <a:pt x="2221992" y="1636776"/>
                </a:cubicBezTo>
                <a:cubicBezTo>
                  <a:pt x="2249424" y="1627632"/>
                  <a:pt x="2258568" y="1591056"/>
                  <a:pt x="2249424" y="1572768"/>
                </a:cubicBezTo>
                <a:lnTo>
                  <a:pt x="1353312" y="27432"/>
                </a:lnTo>
                <a:cubicBezTo>
                  <a:pt x="1335024" y="0"/>
                  <a:pt x="1298448" y="-9144"/>
                  <a:pt x="1271016" y="18288"/>
                </a:cubicBezTo>
                <a:lnTo>
                  <a:pt x="18288" y="1271016"/>
                </a:lnTo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25400">
            <a:solidFill>
              <a:schemeClr val="lt1"/>
            </a:solidFill>
            <a:prstDash val="soli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对象9"/>
          <p:cNvSpPr/>
          <p:nvPr>
            <p:custDataLst>
              <p:tags r:id="rId8"/>
            </p:custDataLst>
          </p:nvPr>
        </p:nvSpPr>
        <p:spPr>
          <a:xfrm>
            <a:off x="6102985" y="2858453"/>
            <a:ext cx="1975104" cy="2221992"/>
          </a:xfrm>
          <a:custGeom>
            <a:avLst/>
            <a:gdLst/>
            <a:ahLst/>
            <a:cxnLst/>
            <a:rect l="l" t="t" r="r" b="b"/>
            <a:pathLst>
              <a:path w="1975104" h="2221992">
                <a:moveTo>
                  <a:pt x="950976" y="2194560"/>
                </a:moveTo>
                <a:cubicBezTo>
                  <a:pt x="960120" y="2221992"/>
                  <a:pt x="996696" y="2231136"/>
                  <a:pt x="1014984" y="2212848"/>
                </a:cubicBezTo>
                <a:cubicBezTo>
                  <a:pt x="1380744" y="1993392"/>
                  <a:pt x="1664208" y="1664208"/>
                  <a:pt x="1819656" y="1271016"/>
                </a:cubicBezTo>
                <a:cubicBezTo>
                  <a:pt x="1984248" y="877824"/>
                  <a:pt x="2020824" y="448056"/>
                  <a:pt x="1920240" y="36576"/>
                </a:cubicBezTo>
                <a:cubicBezTo>
                  <a:pt x="1911096" y="9144"/>
                  <a:pt x="1883664" y="-9144"/>
                  <a:pt x="1856232" y="0"/>
                </a:cubicBezTo>
                <a:lnTo>
                  <a:pt x="36576" y="484632"/>
                </a:lnTo>
                <a:cubicBezTo>
                  <a:pt x="9144" y="493776"/>
                  <a:pt x="-9144" y="530352"/>
                  <a:pt x="9144" y="566928"/>
                </a:cubicBezTo>
                <a:lnTo>
                  <a:pt x="950976" y="2194560"/>
                </a:lnTo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12223582" scaled="0"/>
          </a:gradFill>
          <a:ln w="25400">
            <a:solidFill>
              <a:schemeClr val="lt1"/>
            </a:solidFill>
            <a:prstDash val="soli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对象10"/>
          <p:cNvSpPr/>
          <p:nvPr>
            <p:custDataLst>
              <p:tags r:id="rId9"/>
            </p:custDataLst>
          </p:nvPr>
        </p:nvSpPr>
        <p:spPr>
          <a:xfrm>
            <a:off x="6084570" y="1267143"/>
            <a:ext cx="2020824" cy="2084832"/>
          </a:xfrm>
          <a:custGeom>
            <a:avLst/>
            <a:gdLst/>
            <a:ahLst/>
            <a:cxnLst/>
            <a:rect l="l" t="t" r="r" b="b"/>
            <a:pathLst>
              <a:path w="2020824" h="2084832">
                <a:moveTo>
                  <a:pt x="1984248" y="1572768"/>
                </a:moveTo>
                <a:cubicBezTo>
                  <a:pt x="2011680" y="1563624"/>
                  <a:pt x="2020824" y="1536192"/>
                  <a:pt x="2020824" y="1508760"/>
                </a:cubicBezTo>
                <a:cubicBezTo>
                  <a:pt x="1892808" y="1078992"/>
                  <a:pt x="1636776" y="704088"/>
                  <a:pt x="1280160" y="429768"/>
                </a:cubicBezTo>
                <a:cubicBezTo>
                  <a:pt x="923544" y="164592"/>
                  <a:pt x="493776" y="9144"/>
                  <a:pt x="54864" y="0"/>
                </a:cubicBezTo>
                <a:cubicBezTo>
                  <a:pt x="18288" y="0"/>
                  <a:pt x="27432" y="18288"/>
                  <a:pt x="27432" y="45720"/>
                </a:cubicBezTo>
                <a:lnTo>
                  <a:pt x="0" y="2039112"/>
                </a:lnTo>
                <a:cubicBezTo>
                  <a:pt x="-36576" y="2066544"/>
                  <a:pt x="27432" y="2093976"/>
                  <a:pt x="64008" y="2084832"/>
                </a:cubicBezTo>
                <a:lnTo>
                  <a:pt x="1984248" y="1572768"/>
                </a:ln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25400">
            <a:solidFill>
              <a:schemeClr val="lt1"/>
            </a:solidFill>
            <a:prstDash val="soli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highlight>
                <a:srgbClr val="000080"/>
              </a:highlight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对象19"/>
          <p:cNvSpPr/>
          <p:nvPr>
            <p:custDataLst>
              <p:tags r:id="rId10"/>
            </p:custDataLst>
          </p:nvPr>
        </p:nvSpPr>
        <p:spPr>
          <a:xfrm>
            <a:off x="5007610" y="2289493"/>
            <a:ext cx="2185200" cy="2185200"/>
          </a:xfrm>
          <a:prstGeom prst="ellipse">
            <a:avLst/>
          </a:prstGeom>
          <a:solidFill>
            <a:srgbClr val="FFFFFF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27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200" b="1">
                <a:solidFill>
                  <a:srgbClr val="000000"/>
                </a:solidFill>
                <a:latin typeface="+mj-lt"/>
                <a:sym typeface="+mn-ea"/>
              </a:rPr>
              <a:t>Target Objectives</a:t>
            </a:r>
            <a:endParaRPr lang="en-US" sz="2200" b="1">
              <a:solidFill>
                <a:srgbClr val="000000"/>
              </a:solidFill>
              <a:latin typeface="+mj-lt"/>
              <a:sym typeface="+mn-ea"/>
            </a:endParaRPr>
          </a:p>
        </p:txBody>
      </p:sp>
      <p:sp>
        <p:nvSpPr>
          <p:cNvPr id="9" name="对象20"/>
          <p:cNvSpPr/>
          <p:nvPr>
            <p:custDataLst>
              <p:tags r:id="rId11"/>
            </p:custDataLst>
          </p:nvPr>
        </p:nvSpPr>
        <p:spPr>
          <a:xfrm>
            <a:off x="5099050" y="2380933"/>
            <a:ext cx="2002536" cy="2002536"/>
          </a:xfrm>
          <a:custGeom>
            <a:avLst/>
            <a:gdLst/>
            <a:ahLst/>
            <a:cxnLst/>
            <a:rect l="l" t="t" r="r" b="b"/>
            <a:pathLst>
              <a:path w="2002536" h="2002536">
                <a:moveTo>
                  <a:pt x="987552" y="0"/>
                </a:moveTo>
                <a:cubicBezTo>
                  <a:pt x="987552" y="0"/>
                  <a:pt x="996696" y="0"/>
                  <a:pt x="1005840" y="0"/>
                </a:cubicBezTo>
                <a:cubicBezTo>
                  <a:pt x="1005840" y="0"/>
                  <a:pt x="1014984" y="0"/>
                  <a:pt x="1024128" y="0"/>
                </a:cubicBezTo>
                <a:lnTo>
                  <a:pt x="1024128" y="27432"/>
                </a:lnTo>
                <a:cubicBezTo>
                  <a:pt x="1014984" y="27432"/>
                  <a:pt x="1005840" y="27432"/>
                  <a:pt x="1005840" y="27432"/>
                </a:cubicBezTo>
                <a:cubicBezTo>
                  <a:pt x="996696" y="27432"/>
                  <a:pt x="987552" y="27432"/>
                  <a:pt x="987552" y="27432"/>
                </a:cubicBezTo>
                <a:lnTo>
                  <a:pt x="987552" y="0"/>
                </a:lnTo>
                <a:moveTo>
                  <a:pt x="905256" y="9144"/>
                </a:moveTo>
                <a:cubicBezTo>
                  <a:pt x="914400" y="0"/>
                  <a:pt x="932688" y="0"/>
                  <a:pt x="941832" y="0"/>
                </a:cubicBezTo>
                <a:lnTo>
                  <a:pt x="941832" y="27432"/>
                </a:lnTo>
                <a:cubicBezTo>
                  <a:pt x="932688" y="27432"/>
                  <a:pt x="923544" y="27432"/>
                  <a:pt x="905256" y="27432"/>
                </a:cubicBezTo>
                <a:lnTo>
                  <a:pt x="905256" y="9144"/>
                </a:lnTo>
                <a:moveTo>
                  <a:pt x="1060704" y="0"/>
                </a:moveTo>
                <a:cubicBezTo>
                  <a:pt x="1078992" y="0"/>
                  <a:pt x="1088136" y="0"/>
                  <a:pt x="1097280" y="9144"/>
                </a:cubicBezTo>
                <a:lnTo>
                  <a:pt x="1097280" y="27432"/>
                </a:lnTo>
                <a:cubicBezTo>
                  <a:pt x="1088136" y="27432"/>
                  <a:pt x="1069848" y="27432"/>
                  <a:pt x="1060704" y="27432"/>
                </a:cubicBezTo>
                <a:lnTo>
                  <a:pt x="1060704" y="0"/>
                </a:lnTo>
                <a:moveTo>
                  <a:pt x="822960" y="18288"/>
                </a:moveTo>
                <a:cubicBezTo>
                  <a:pt x="841248" y="9144"/>
                  <a:pt x="850392" y="9144"/>
                  <a:pt x="868680" y="9144"/>
                </a:cubicBezTo>
                <a:lnTo>
                  <a:pt x="868680" y="36576"/>
                </a:lnTo>
                <a:cubicBezTo>
                  <a:pt x="859536" y="36576"/>
                  <a:pt x="841248" y="36576"/>
                  <a:pt x="832104" y="36576"/>
                </a:cubicBezTo>
                <a:lnTo>
                  <a:pt x="822960" y="18288"/>
                </a:lnTo>
                <a:moveTo>
                  <a:pt x="1143000" y="9144"/>
                </a:moveTo>
                <a:cubicBezTo>
                  <a:pt x="1152144" y="9144"/>
                  <a:pt x="1170432" y="9144"/>
                  <a:pt x="1179576" y="18288"/>
                </a:cubicBezTo>
                <a:lnTo>
                  <a:pt x="1179576" y="36576"/>
                </a:lnTo>
                <a:cubicBezTo>
                  <a:pt x="1161288" y="36576"/>
                  <a:pt x="1152144" y="36576"/>
                  <a:pt x="1133856" y="36576"/>
                </a:cubicBezTo>
                <a:lnTo>
                  <a:pt x="1143000" y="9144"/>
                </a:lnTo>
                <a:moveTo>
                  <a:pt x="749808" y="36576"/>
                </a:moveTo>
                <a:cubicBezTo>
                  <a:pt x="758952" y="27432"/>
                  <a:pt x="777240" y="27432"/>
                  <a:pt x="786384" y="27432"/>
                </a:cubicBezTo>
                <a:lnTo>
                  <a:pt x="795528" y="45720"/>
                </a:lnTo>
                <a:cubicBezTo>
                  <a:pt x="777240" y="54864"/>
                  <a:pt x="768096" y="54864"/>
                  <a:pt x="758952" y="54864"/>
                </a:cubicBezTo>
                <a:lnTo>
                  <a:pt x="749808" y="36576"/>
                </a:lnTo>
                <a:moveTo>
                  <a:pt x="1216152" y="27432"/>
                </a:moveTo>
                <a:cubicBezTo>
                  <a:pt x="1234440" y="27432"/>
                  <a:pt x="1243584" y="27432"/>
                  <a:pt x="1252728" y="36576"/>
                </a:cubicBezTo>
                <a:lnTo>
                  <a:pt x="1252728" y="54864"/>
                </a:lnTo>
                <a:cubicBezTo>
                  <a:pt x="1234440" y="54864"/>
                  <a:pt x="1225296" y="54864"/>
                  <a:pt x="1216152" y="45720"/>
                </a:cubicBezTo>
                <a:lnTo>
                  <a:pt x="1216152" y="27432"/>
                </a:lnTo>
                <a:moveTo>
                  <a:pt x="676656" y="54864"/>
                </a:moveTo>
                <a:cubicBezTo>
                  <a:pt x="685800" y="54864"/>
                  <a:pt x="694944" y="45720"/>
                  <a:pt x="713232" y="45720"/>
                </a:cubicBezTo>
                <a:lnTo>
                  <a:pt x="722376" y="64008"/>
                </a:lnTo>
                <a:cubicBezTo>
                  <a:pt x="704088" y="73152"/>
                  <a:pt x="694944" y="73152"/>
                  <a:pt x="685800" y="82296"/>
                </a:cubicBezTo>
                <a:lnTo>
                  <a:pt x="676656" y="54864"/>
                </a:lnTo>
                <a:moveTo>
                  <a:pt x="1298448" y="45720"/>
                </a:moveTo>
                <a:cubicBezTo>
                  <a:pt x="1307592" y="45720"/>
                  <a:pt x="1316736" y="54864"/>
                  <a:pt x="1335024" y="54864"/>
                </a:cubicBezTo>
                <a:lnTo>
                  <a:pt x="1325880" y="82296"/>
                </a:lnTo>
                <a:cubicBezTo>
                  <a:pt x="1307592" y="73152"/>
                  <a:pt x="1298448" y="73152"/>
                  <a:pt x="1289304" y="64008"/>
                </a:cubicBezTo>
                <a:lnTo>
                  <a:pt x="1298448" y="45720"/>
                </a:lnTo>
                <a:moveTo>
                  <a:pt x="603504" y="82296"/>
                </a:moveTo>
                <a:cubicBezTo>
                  <a:pt x="612648" y="82296"/>
                  <a:pt x="621792" y="73152"/>
                  <a:pt x="640080" y="73152"/>
                </a:cubicBezTo>
                <a:lnTo>
                  <a:pt x="649224" y="91440"/>
                </a:lnTo>
                <a:cubicBezTo>
                  <a:pt x="630936" y="100584"/>
                  <a:pt x="621792" y="100584"/>
                  <a:pt x="612648" y="109728"/>
                </a:cubicBezTo>
                <a:lnTo>
                  <a:pt x="603504" y="82296"/>
                </a:lnTo>
                <a:moveTo>
                  <a:pt x="1371600" y="73152"/>
                </a:moveTo>
                <a:cubicBezTo>
                  <a:pt x="1380744" y="73152"/>
                  <a:pt x="1389888" y="82296"/>
                  <a:pt x="1408176" y="82296"/>
                </a:cubicBezTo>
                <a:lnTo>
                  <a:pt x="1399032" y="109728"/>
                </a:lnTo>
                <a:cubicBezTo>
                  <a:pt x="1380744" y="100584"/>
                  <a:pt x="1371600" y="100584"/>
                  <a:pt x="1362456" y="91440"/>
                </a:cubicBezTo>
                <a:lnTo>
                  <a:pt x="1371600" y="73152"/>
                </a:lnTo>
                <a:moveTo>
                  <a:pt x="530352" y="118872"/>
                </a:moveTo>
                <a:cubicBezTo>
                  <a:pt x="539496" y="109728"/>
                  <a:pt x="557784" y="109728"/>
                  <a:pt x="566928" y="100584"/>
                </a:cubicBezTo>
                <a:lnTo>
                  <a:pt x="576072" y="118872"/>
                </a:lnTo>
                <a:cubicBezTo>
                  <a:pt x="566928" y="128016"/>
                  <a:pt x="557784" y="137160"/>
                  <a:pt x="539496" y="137160"/>
                </a:cubicBezTo>
                <a:lnTo>
                  <a:pt x="530352" y="118872"/>
                </a:lnTo>
                <a:moveTo>
                  <a:pt x="1444752" y="100584"/>
                </a:moveTo>
                <a:cubicBezTo>
                  <a:pt x="1453896" y="109728"/>
                  <a:pt x="1463040" y="109728"/>
                  <a:pt x="1472184" y="118872"/>
                </a:cubicBezTo>
                <a:lnTo>
                  <a:pt x="1463040" y="137160"/>
                </a:lnTo>
                <a:cubicBezTo>
                  <a:pt x="1453896" y="137160"/>
                  <a:pt x="1444752" y="128016"/>
                  <a:pt x="1426464" y="118872"/>
                </a:cubicBezTo>
                <a:lnTo>
                  <a:pt x="1444752" y="100584"/>
                </a:lnTo>
                <a:moveTo>
                  <a:pt x="466344" y="155448"/>
                </a:moveTo>
                <a:cubicBezTo>
                  <a:pt x="475488" y="155448"/>
                  <a:pt x="484632" y="146304"/>
                  <a:pt x="493776" y="137160"/>
                </a:cubicBezTo>
                <a:lnTo>
                  <a:pt x="512064" y="155448"/>
                </a:lnTo>
                <a:cubicBezTo>
                  <a:pt x="493776" y="164592"/>
                  <a:pt x="484632" y="173736"/>
                  <a:pt x="475488" y="182880"/>
                </a:cubicBezTo>
                <a:lnTo>
                  <a:pt x="466344" y="155448"/>
                </a:lnTo>
                <a:moveTo>
                  <a:pt x="1508760" y="137160"/>
                </a:moveTo>
                <a:cubicBezTo>
                  <a:pt x="1517904" y="146304"/>
                  <a:pt x="1536192" y="155448"/>
                  <a:pt x="1545336" y="155448"/>
                </a:cubicBezTo>
                <a:lnTo>
                  <a:pt x="1527048" y="182880"/>
                </a:lnTo>
                <a:cubicBezTo>
                  <a:pt x="1517904" y="173736"/>
                  <a:pt x="1508760" y="164592"/>
                  <a:pt x="1499616" y="155448"/>
                </a:cubicBezTo>
                <a:lnTo>
                  <a:pt x="1508760" y="137160"/>
                </a:lnTo>
                <a:moveTo>
                  <a:pt x="1572768" y="182880"/>
                </a:moveTo>
                <a:cubicBezTo>
                  <a:pt x="1591056" y="192024"/>
                  <a:pt x="1600200" y="192024"/>
                  <a:pt x="1609344" y="201168"/>
                </a:cubicBezTo>
                <a:lnTo>
                  <a:pt x="1591056" y="219456"/>
                </a:lnTo>
                <a:cubicBezTo>
                  <a:pt x="1581912" y="219456"/>
                  <a:pt x="1572768" y="210312"/>
                  <a:pt x="1563624" y="201168"/>
                </a:cubicBezTo>
                <a:lnTo>
                  <a:pt x="1572768" y="182880"/>
                </a:lnTo>
                <a:moveTo>
                  <a:pt x="393192" y="201168"/>
                </a:moveTo>
                <a:cubicBezTo>
                  <a:pt x="411480" y="192024"/>
                  <a:pt x="420624" y="192024"/>
                  <a:pt x="429768" y="182880"/>
                </a:cubicBezTo>
                <a:lnTo>
                  <a:pt x="448056" y="201168"/>
                </a:lnTo>
                <a:cubicBezTo>
                  <a:pt x="429768" y="210312"/>
                  <a:pt x="420624" y="219456"/>
                  <a:pt x="411480" y="219456"/>
                </a:cubicBezTo>
                <a:lnTo>
                  <a:pt x="393192" y="201168"/>
                </a:lnTo>
                <a:moveTo>
                  <a:pt x="1636776" y="228600"/>
                </a:moveTo>
                <a:cubicBezTo>
                  <a:pt x="1645920" y="237744"/>
                  <a:pt x="1664208" y="246888"/>
                  <a:pt x="1673352" y="256032"/>
                </a:cubicBezTo>
                <a:lnTo>
                  <a:pt x="1655064" y="274320"/>
                </a:lnTo>
                <a:cubicBezTo>
                  <a:pt x="1645920" y="265176"/>
                  <a:pt x="1636776" y="256032"/>
                  <a:pt x="1627632" y="246888"/>
                </a:cubicBezTo>
                <a:lnTo>
                  <a:pt x="1636776" y="228600"/>
                </a:lnTo>
                <a:moveTo>
                  <a:pt x="338328" y="256032"/>
                </a:moveTo>
                <a:cubicBezTo>
                  <a:pt x="347472" y="246888"/>
                  <a:pt x="356616" y="237744"/>
                  <a:pt x="365760" y="228600"/>
                </a:cubicBezTo>
                <a:lnTo>
                  <a:pt x="384048" y="246888"/>
                </a:lnTo>
                <a:cubicBezTo>
                  <a:pt x="374904" y="256032"/>
                  <a:pt x="365760" y="265176"/>
                  <a:pt x="356616" y="274320"/>
                </a:cubicBezTo>
                <a:lnTo>
                  <a:pt x="338328" y="256032"/>
                </a:lnTo>
                <a:moveTo>
                  <a:pt x="1700784" y="283464"/>
                </a:moveTo>
                <a:cubicBezTo>
                  <a:pt x="1709928" y="292608"/>
                  <a:pt x="1719072" y="301752"/>
                  <a:pt x="1728216" y="310896"/>
                </a:cubicBezTo>
                <a:lnTo>
                  <a:pt x="1709928" y="329184"/>
                </a:lnTo>
                <a:cubicBezTo>
                  <a:pt x="1700784" y="320040"/>
                  <a:pt x="1691640" y="310896"/>
                  <a:pt x="1682496" y="301752"/>
                </a:cubicBezTo>
                <a:lnTo>
                  <a:pt x="1700784" y="283464"/>
                </a:lnTo>
                <a:moveTo>
                  <a:pt x="283464" y="310896"/>
                </a:moveTo>
                <a:cubicBezTo>
                  <a:pt x="292608" y="301752"/>
                  <a:pt x="301752" y="292608"/>
                  <a:pt x="310896" y="283464"/>
                </a:cubicBezTo>
                <a:lnTo>
                  <a:pt x="329184" y="301752"/>
                </a:lnTo>
                <a:cubicBezTo>
                  <a:pt x="320040" y="310896"/>
                  <a:pt x="310896" y="320040"/>
                  <a:pt x="301752" y="329184"/>
                </a:cubicBezTo>
                <a:lnTo>
                  <a:pt x="283464" y="310896"/>
                </a:lnTo>
                <a:moveTo>
                  <a:pt x="1755648" y="338328"/>
                </a:moveTo>
                <a:cubicBezTo>
                  <a:pt x="1764792" y="347472"/>
                  <a:pt x="1773936" y="356616"/>
                  <a:pt x="1783080" y="365760"/>
                </a:cubicBezTo>
                <a:lnTo>
                  <a:pt x="1755648" y="384048"/>
                </a:lnTo>
                <a:cubicBezTo>
                  <a:pt x="1755648" y="374904"/>
                  <a:pt x="1746504" y="365760"/>
                  <a:pt x="1737360" y="356616"/>
                </a:cubicBezTo>
                <a:lnTo>
                  <a:pt x="1755648" y="338328"/>
                </a:lnTo>
                <a:moveTo>
                  <a:pt x="228600" y="365760"/>
                </a:moveTo>
                <a:cubicBezTo>
                  <a:pt x="237744" y="356616"/>
                  <a:pt x="246888" y="347472"/>
                  <a:pt x="256032" y="338328"/>
                </a:cubicBezTo>
                <a:lnTo>
                  <a:pt x="274320" y="356616"/>
                </a:lnTo>
                <a:cubicBezTo>
                  <a:pt x="265176" y="365760"/>
                  <a:pt x="256032" y="374904"/>
                  <a:pt x="246888" y="384048"/>
                </a:cubicBezTo>
                <a:lnTo>
                  <a:pt x="228600" y="365760"/>
                </a:lnTo>
                <a:moveTo>
                  <a:pt x="1801368" y="393192"/>
                </a:moveTo>
                <a:cubicBezTo>
                  <a:pt x="1810512" y="411480"/>
                  <a:pt x="1819656" y="420624"/>
                  <a:pt x="1828800" y="429768"/>
                </a:cubicBezTo>
                <a:lnTo>
                  <a:pt x="1801368" y="448056"/>
                </a:lnTo>
                <a:cubicBezTo>
                  <a:pt x="1801368" y="429768"/>
                  <a:pt x="1792224" y="420624"/>
                  <a:pt x="1783080" y="411480"/>
                </a:cubicBezTo>
                <a:lnTo>
                  <a:pt x="1801368" y="393192"/>
                </a:lnTo>
                <a:moveTo>
                  <a:pt x="182880" y="429768"/>
                </a:moveTo>
                <a:cubicBezTo>
                  <a:pt x="192024" y="420624"/>
                  <a:pt x="192024" y="411480"/>
                  <a:pt x="201168" y="393192"/>
                </a:cubicBezTo>
                <a:lnTo>
                  <a:pt x="219456" y="411480"/>
                </a:lnTo>
                <a:cubicBezTo>
                  <a:pt x="219456" y="420624"/>
                  <a:pt x="210312" y="429768"/>
                  <a:pt x="201168" y="448056"/>
                </a:cubicBezTo>
                <a:lnTo>
                  <a:pt x="182880" y="429768"/>
                </a:lnTo>
                <a:moveTo>
                  <a:pt x="1847088" y="466344"/>
                </a:moveTo>
                <a:cubicBezTo>
                  <a:pt x="1856232" y="475488"/>
                  <a:pt x="1865376" y="484632"/>
                  <a:pt x="1865376" y="493776"/>
                </a:cubicBezTo>
                <a:lnTo>
                  <a:pt x="1847088" y="512064"/>
                </a:lnTo>
                <a:cubicBezTo>
                  <a:pt x="1837944" y="493776"/>
                  <a:pt x="1837944" y="484632"/>
                  <a:pt x="1828800" y="475488"/>
                </a:cubicBezTo>
                <a:lnTo>
                  <a:pt x="1847088" y="466344"/>
                </a:lnTo>
                <a:moveTo>
                  <a:pt x="137160" y="493776"/>
                </a:moveTo>
                <a:cubicBezTo>
                  <a:pt x="146304" y="484632"/>
                  <a:pt x="155448" y="475488"/>
                  <a:pt x="155448" y="466344"/>
                </a:cubicBezTo>
                <a:lnTo>
                  <a:pt x="182880" y="475488"/>
                </a:lnTo>
                <a:cubicBezTo>
                  <a:pt x="173736" y="484632"/>
                  <a:pt x="164592" y="493776"/>
                  <a:pt x="155448" y="512064"/>
                </a:cubicBezTo>
                <a:lnTo>
                  <a:pt x="137160" y="493776"/>
                </a:lnTo>
                <a:moveTo>
                  <a:pt x="100584" y="566928"/>
                </a:moveTo>
                <a:cubicBezTo>
                  <a:pt x="109728" y="557784"/>
                  <a:pt x="109728" y="539496"/>
                  <a:pt x="118872" y="530352"/>
                </a:cubicBezTo>
                <a:lnTo>
                  <a:pt x="137160" y="539496"/>
                </a:lnTo>
                <a:cubicBezTo>
                  <a:pt x="137160" y="557784"/>
                  <a:pt x="128016" y="566928"/>
                  <a:pt x="118872" y="576072"/>
                </a:cubicBezTo>
                <a:lnTo>
                  <a:pt x="100584" y="566928"/>
                </a:lnTo>
                <a:moveTo>
                  <a:pt x="1892808" y="530352"/>
                </a:moveTo>
                <a:cubicBezTo>
                  <a:pt x="1892808" y="539496"/>
                  <a:pt x="1901952" y="557784"/>
                  <a:pt x="1901952" y="566928"/>
                </a:cubicBezTo>
                <a:lnTo>
                  <a:pt x="1883664" y="576072"/>
                </a:lnTo>
                <a:cubicBezTo>
                  <a:pt x="1874520" y="566928"/>
                  <a:pt x="1874520" y="557784"/>
                  <a:pt x="1865376" y="539496"/>
                </a:cubicBezTo>
                <a:lnTo>
                  <a:pt x="1892808" y="530352"/>
                </a:lnTo>
                <a:moveTo>
                  <a:pt x="73152" y="640080"/>
                </a:moveTo>
                <a:cubicBezTo>
                  <a:pt x="73152" y="621792"/>
                  <a:pt x="82296" y="612648"/>
                  <a:pt x="82296" y="603504"/>
                </a:cubicBezTo>
                <a:lnTo>
                  <a:pt x="109728" y="612648"/>
                </a:lnTo>
                <a:cubicBezTo>
                  <a:pt x="100584" y="621792"/>
                  <a:pt x="100584" y="630936"/>
                  <a:pt x="91440" y="649224"/>
                </a:cubicBezTo>
                <a:lnTo>
                  <a:pt x="73152" y="640080"/>
                </a:lnTo>
                <a:moveTo>
                  <a:pt x="1920240" y="603504"/>
                </a:moveTo>
                <a:cubicBezTo>
                  <a:pt x="1929384" y="612648"/>
                  <a:pt x="1929384" y="621792"/>
                  <a:pt x="1938528" y="640080"/>
                </a:cubicBezTo>
                <a:lnTo>
                  <a:pt x="1911096" y="649224"/>
                </a:lnTo>
                <a:cubicBezTo>
                  <a:pt x="1911096" y="630936"/>
                  <a:pt x="1901952" y="621792"/>
                  <a:pt x="1901952" y="612648"/>
                </a:cubicBezTo>
                <a:lnTo>
                  <a:pt x="1920240" y="603504"/>
                </a:lnTo>
                <a:moveTo>
                  <a:pt x="45720" y="713232"/>
                </a:moveTo>
                <a:cubicBezTo>
                  <a:pt x="45720" y="694944"/>
                  <a:pt x="54864" y="685800"/>
                  <a:pt x="54864" y="676656"/>
                </a:cubicBezTo>
                <a:lnTo>
                  <a:pt x="82296" y="685800"/>
                </a:lnTo>
                <a:cubicBezTo>
                  <a:pt x="73152" y="694944"/>
                  <a:pt x="73152" y="704088"/>
                  <a:pt x="64008" y="722376"/>
                </a:cubicBezTo>
                <a:lnTo>
                  <a:pt x="45720" y="713232"/>
                </a:lnTo>
                <a:moveTo>
                  <a:pt x="1947672" y="676656"/>
                </a:moveTo>
                <a:cubicBezTo>
                  <a:pt x="1956816" y="685800"/>
                  <a:pt x="1956816" y="694944"/>
                  <a:pt x="1965960" y="713232"/>
                </a:cubicBezTo>
                <a:lnTo>
                  <a:pt x="1938528" y="722376"/>
                </a:lnTo>
                <a:cubicBezTo>
                  <a:pt x="1938528" y="704088"/>
                  <a:pt x="1929384" y="694944"/>
                  <a:pt x="1929384" y="685800"/>
                </a:cubicBezTo>
                <a:lnTo>
                  <a:pt x="1947672" y="676656"/>
                </a:lnTo>
                <a:moveTo>
                  <a:pt x="27432" y="786384"/>
                </a:moveTo>
                <a:cubicBezTo>
                  <a:pt x="27432" y="777240"/>
                  <a:pt x="27432" y="758952"/>
                  <a:pt x="36576" y="749808"/>
                </a:cubicBezTo>
                <a:lnTo>
                  <a:pt x="54864" y="758952"/>
                </a:lnTo>
                <a:cubicBezTo>
                  <a:pt x="54864" y="768096"/>
                  <a:pt x="54864" y="777240"/>
                  <a:pt x="45720" y="795528"/>
                </a:cubicBezTo>
                <a:lnTo>
                  <a:pt x="27432" y="786384"/>
                </a:lnTo>
                <a:moveTo>
                  <a:pt x="1975104" y="749808"/>
                </a:moveTo>
                <a:cubicBezTo>
                  <a:pt x="1975104" y="758952"/>
                  <a:pt x="1984248" y="777240"/>
                  <a:pt x="1984248" y="786384"/>
                </a:cubicBezTo>
                <a:lnTo>
                  <a:pt x="1956816" y="795528"/>
                </a:lnTo>
                <a:cubicBezTo>
                  <a:pt x="1956816" y="777240"/>
                  <a:pt x="1956816" y="768096"/>
                  <a:pt x="1947672" y="758952"/>
                </a:cubicBezTo>
                <a:lnTo>
                  <a:pt x="1975104" y="749808"/>
                </a:lnTo>
                <a:moveTo>
                  <a:pt x="9144" y="868680"/>
                </a:moveTo>
                <a:cubicBezTo>
                  <a:pt x="9144" y="850392"/>
                  <a:pt x="9144" y="841248"/>
                  <a:pt x="18288" y="822960"/>
                </a:cubicBezTo>
                <a:lnTo>
                  <a:pt x="36576" y="832104"/>
                </a:lnTo>
                <a:cubicBezTo>
                  <a:pt x="36576" y="841248"/>
                  <a:pt x="36576" y="859536"/>
                  <a:pt x="36576" y="868680"/>
                </a:cubicBezTo>
                <a:lnTo>
                  <a:pt x="9144" y="868680"/>
                </a:lnTo>
                <a:moveTo>
                  <a:pt x="1993392" y="822960"/>
                </a:moveTo>
                <a:cubicBezTo>
                  <a:pt x="1993392" y="841248"/>
                  <a:pt x="1993392" y="850392"/>
                  <a:pt x="1993392" y="868680"/>
                </a:cubicBezTo>
                <a:lnTo>
                  <a:pt x="1975104" y="868680"/>
                </a:lnTo>
                <a:cubicBezTo>
                  <a:pt x="1965960" y="859536"/>
                  <a:pt x="1965960" y="841248"/>
                  <a:pt x="1965960" y="832104"/>
                </a:cubicBezTo>
                <a:lnTo>
                  <a:pt x="1993392" y="822960"/>
                </a:lnTo>
                <a:moveTo>
                  <a:pt x="0" y="941832"/>
                </a:moveTo>
                <a:cubicBezTo>
                  <a:pt x="0" y="932688"/>
                  <a:pt x="0" y="914400"/>
                  <a:pt x="9144" y="905256"/>
                </a:cubicBezTo>
                <a:lnTo>
                  <a:pt x="27432" y="905256"/>
                </a:lnTo>
                <a:cubicBezTo>
                  <a:pt x="27432" y="923544"/>
                  <a:pt x="27432" y="932688"/>
                  <a:pt x="27432" y="941832"/>
                </a:cubicBezTo>
                <a:lnTo>
                  <a:pt x="0" y="941832"/>
                </a:lnTo>
                <a:moveTo>
                  <a:pt x="2002536" y="905256"/>
                </a:moveTo>
                <a:cubicBezTo>
                  <a:pt x="2002536" y="914400"/>
                  <a:pt x="2002536" y="932688"/>
                  <a:pt x="2002536" y="941832"/>
                </a:cubicBezTo>
                <a:lnTo>
                  <a:pt x="1975104" y="941832"/>
                </a:lnTo>
                <a:cubicBezTo>
                  <a:pt x="1975104" y="932688"/>
                  <a:pt x="1975104" y="923544"/>
                  <a:pt x="1975104" y="905256"/>
                </a:cubicBezTo>
                <a:lnTo>
                  <a:pt x="2002536" y="905256"/>
                </a:lnTo>
                <a:moveTo>
                  <a:pt x="0" y="1005840"/>
                </a:moveTo>
                <a:cubicBezTo>
                  <a:pt x="0" y="996696"/>
                  <a:pt x="0" y="987552"/>
                  <a:pt x="0" y="987552"/>
                </a:cubicBezTo>
                <a:lnTo>
                  <a:pt x="27432" y="987552"/>
                </a:lnTo>
                <a:cubicBezTo>
                  <a:pt x="27432" y="987552"/>
                  <a:pt x="27432" y="996696"/>
                  <a:pt x="27432" y="1005840"/>
                </a:cubicBezTo>
                <a:cubicBezTo>
                  <a:pt x="27432" y="1005840"/>
                  <a:pt x="27432" y="1014984"/>
                  <a:pt x="27432" y="1024128"/>
                </a:cubicBezTo>
                <a:lnTo>
                  <a:pt x="0" y="1024128"/>
                </a:lnTo>
                <a:cubicBezTo>
                  <a:pt x="0" y="1014984"/>
                  <a:pt x="0" y="1005840"/>
                  <a:pt x="0" y="1005840"/>
                </a:cubicBezTo>
                <a:moveTo>
                  <a:pt x="2002536" y="987552"/>
                </a:moveTo>
                <a:cubicBezTo>
                  <a:pt x="2002536" y="987552"/>
                  <a:pt x="2002536" y="996696"/>
                  <a:pt x="2002536" y="1005840"/>
                </a:cubicBezTo>
                <a:cubicBezTo>
                  <a:pt x="2002536" y="1005840"/>
                  <a:pt x="2002536" y="1014984"/>
                  <a:pt x="2002536" y="1024128"/>
                </a:cubicBezTo>
                <a:lnTo>
                  <a:pt x="1984248" y="1024128"/>
                </a:lnTo>
                <a:cubicBezTo>
                  <a:pt x="1984248" y="1014984"/>
                  <a:pt x="1984248" y="1005840"/>
                  <a:pt x="1984248" y="1005840"/>
                </a:cubicBezTo>
                <a:cubicBezTo>
                  <a:pt x="1984248" y="996696"/>
                  <a:pt x="1984248" y="987552"/>
                  <a:pt x="1984248" y="987552"/>
                </a:cubicBezTo>
                <a:lnTo>
                  <a:pt x="2002536" y="987552"/>
                </a:lnTo>
                <a:moveTo>
                  <a:pt x="9144" y="1097280"/>
                </a:moveTo>
                <a:cubicBezTo>
                  <a:pt x="0" y="1088136"/>
                  <a:pt x="0" y="1078992"/>
                  <a:pt x="0" y="1060704"/>
                </a:cubicBezTo>
                <a:lnTo>
                  <a:pt x="27432" y="1060704"/>
                </a:lnTo>
                <a:cubicBezTo>
                  <a:pt x="27432" y="1069848"/>
                  <a:pt x="27432" y="1088136"/>
                  <a:pt x="27432" y="1097280"/>
                </a:cubicBezTo>
                <a:lnTo>
                  <a:pt x="9144" y="1097280"/>
                </a:lnTo>
                <a:moveTo>
                  <a:pt x="2002536" y="1060704"/>
                </a:moveTo>
                <a:cubicBezTo>
                  <a:pt x="2002536" y="1078992"/>
                  <a:pt x="2002536" y="1088136"/>
                  <a:pt x="2002536" y="1097280"/>
                </a:cubicBezTo>
                <a:lnTo>
                  <a:pt x="1975104" y="1097280"/>
                </a:lnTo>
                <a:cubicBezTo>
                  <a:pt x="1975104" y="1088136"/>
                  <a:pt x="1975104" y="1069848"/>
                  <a:pt x="1975104" y="1060704"/>
                </a:cubicBezTo>
                <a:lnTo>
                  <a:pt x="2002536" y="1060704"/>
                </a:lnTo>
                <a:moveTo>
                  <a:pt x="18288" y="1179576"/>
                </a:moveTo>
                <a:cubicBezTo>
                  <a:pt x="9144" y="1170432"/>
                  <a:pt x="9144" y="1152144"/>
                  <a:pt x="9144" y="1143000"/>
                </a:cubicBezTo>
                <a:lnTo>
                  <a:pt x="36576" y="1133856"/>
                </a:lnTo>
                <a:cubicBezTo>
                  <a:pt x="36576" y="1152144"/>
                  <a:pt x="36576" y="1161288"/>
                  <a:pt x="36576" y="1179576"/>
                </a:cubicBezTo>
                <a:lnTo>
                  <a:pt x="18288" y="1179576"/>
                </a:lnTo>
                <a:moveTo>
                  <a:pt x="1993392" y="1143000"/>
                </a:moveTo>
                <a:cubicBezTo>
                  <a:pt x="1993392" y="1152144"/>
                  <a:pt x="1993392" y="1170432"/>
                  <a:pt x="1993392" y="1179576"/>
                </a:cubicBezTo>
                <a:lnTo>
                  <a:pt x="1965960" y="1179576"/>
                </a:lnTo>
                <a:cubicBezTo>
                  <a:pt x="1965960" y="1161288"/>
                  <a:pt x="1965960" y="1152144"/>
                  <a:pt x="1975104" y="1133856"/>
                </a:cubicBezTo>
                <a:lnTo>
                  <a:pt x="1993392" y="1143000"/>
                </a:lnTo>
                <a:moveTo>
                  <a:pt x="36576" y="1252728"/>
                </a:moveTo>
                <a:cubicBezTo>
                  <a:pt x="27432" y="1243584"/>
                  <a:pt x="27432" y="1234440"/>
                  <a:pt x="27432" y="1216152"/>
                </a:cubicBezTo>
                <a:lnTo>
                  <a:pt x="45720" y="1216152"/>
                </a:lnTo>
                <a:cubicBezTo>
                  <a:pt x="54864" y="1225296"/>
                  <a:pt x="54864" y="1234440"/>
                  <a:pt x="54864" y="1252728"/>
                </a:cubicBezTo>
                <a:lnTo>
                  <a:pt x="36576" y="1252728"/>
                </a:lnTo>
                <a:moveTo>
                  <a:pt x="1984248" y="1216152"/>
                </a:moveTo>
                <a:cubicBezTo>
                  <a:pt x="1984248" y="1234440"/>
                  <a:pt x="1975104" y="1243584"/>
                  <a:pt x="1975104" y="1252728"/>
                </a:cubicBezTo>
                <a:lnTo>
                  <a:pt x="1947672" y="1252728"/>
                </a:lnTo>
                <a:cubicBezTo>
                  <a:pt x="1956816" y="1234440"/>
                  <a:pt x="1956816" y="1225296"/>
                  <a:pt x="1956816" y="1216152"/>
                </a:cubicBezTo>
                <a:lnTo>
                  <a:pt x="1984248" y="1216152"/>
                </a:lnTo>
                <a:moveTo>
                  <a:pt x="54864" y="1335024"/>
                </a:moveTo>
                <a:cubicBezTo>
                  <a:pt x="54864" y="1316736"/>
                  <a:pt x="45720" y="1307592"/>
                  <a:pt x="45720" y="1298448"/>
                </a:cubicBezTo>
                <a:lnTo>
                  <a:pt x="64008" y="1289304"/>
                </a:lnTo>
                <a:cubicBezTo>
                  <a:pt x="73152" y="1298448"/>
                  <a:pt x="73152" y="1307592"/>
                  <a:pt x="82296" y="1325880"/>
                </a:cubicBezTo>
                <a:lnTo>
                  <a:pt x="54864" y="1335024"/>
                </a:lnTo>
                <a:moveTo>
                  <a:pt x="1965960" y="1298448"/>
                </a:moveTo>
                <a:cubicBezTo>
                  <a:pt x="1956816" y="1307592"/>
                  <a:pt x="1956816" y="1316736"/>
                  <a:pt x="1947672" y="1335024"/>
                </a:cubicBezTo>
                <a:lnTo>
                  <a:pt x="1929384" y="1325880"/>
                </a:lnTo>
                <a:cubicBezTo>
                  <a:pt x="1929384" y="1307592"/>
                  <a:pt x="1938528" y="1298448"/>
                  <a:pt x="1938528" y="1289304"/>
                </a:cubicBezTo>
                <a:lnTo>
                  <a:pt x="1965960" y="1298448"/>
                </a:lnTo>
                <a:moveTo>
                  <a:pt x="82296" y="1408176"/>
                </a:moveTo>
                <a:cubicBezTo>
                  <a:pt x="82296" y="1389888"/>
                  <a:pt x="73152" y="1380744"/>
                  <a:pt x="73152" y="1371600"/>
                </a:cubicBezTo>
                <a:lnTo>
                  <a:pt x="91440" y="1362456"/>
                </a:lnTo>
                <a:cubicBezTo>
                  <a:pt x="100584" y="1371600"/>
                  <a:pt x="100584" y="1380744"/>
                  <a:pt x="109728" y="1399032"/>
                </a:cubicBezTo>
                <a:lnTo>
                  <a:pt x="82296" y="1408176"/>
                </a:lnTo>
                <a:moveTo>
                  <a:pt x="1938528" y="1371600"/>
                </a:moveTo>
                <a:cubicBezTo>
                  <a:pt x="1929384" y="1380744"/>
                  <a:pt x="1929384" y="1389888"/>
                  <a:pt x="1920240" y="1408176"/>
                </a:cubicBezTo>
                <a:lnTo>
                  <a:pt x="1901952" y="1399032"/>
                </a:lnTo>
                <a:cubicBezTo>
                  <a:pt x="1901952" y="1380744"/>
                  <a:pt x="1911096" y="1371600"/>
                  <a:pt x="1911096" y="1362456"/>
                </a:cubicBezTo>
                <a:lnTo>
                  <a:pt x="1938528" y="1371600"/>
                </a:lnTo>
                <a:moveTo>
                  <a:pt x="118872" y="1472184"/>
                </a:moveTo>
                <a:cubicBezTo>
                  <a:pt x="109728" y="1463040"/>
                  <a:pt x="109728" y="1453896"/>
                  <a:pt x="100584" y="1444752"/>
                </a:cubicBezTo>
                <a:lnTo>
                  <a:pt x="118872" y="1426464"/>
                </a:lnTo>
                <a:cubicBezTo>
                  <a:pt x="128016" y="1444752"/>
                  <a:pt x="137160" y="1453896"/>
                  <a:pt x="137160" y="1463040"/>
                </a:cubicBezTo>
                <a:lnTo>
                  <a:pt x="118872" y="1472184"/>
                </a:lnTo>
                <a:moveTo>
                  <a:pt x="1901952" y="1444752"/>
                </a:moveTo>
                <a:cubicBezTo>
                  <a:pt x="1901952" y="1453896"/>
                  <a:pt x="1892808" y="1463040"/>
                  <a:pt x="1892808" y="1472184"/>
                </a:cubicBezTo>
                <a:lnTo>
                  <a:pt x="1865376" y="1463040"/>
                </a:lnTo>
                <a:cubicBezTo>
                  <a:pt x="1874520" y="1453896"/>
                  <a:pt x="1874520" y="1444752"/>
                  <a:pt x="1883664" y="1426464"/>
                </a:cubicBezTo>
                <a:lnTo>
                  <a:pt x="1901952" y="1444752"/>
                </a:lnTo>
                <a:moveTo>
                  <a:pt x="155448" y="1545336"/>
                </a:moveTo>
                <a:cubicBezTo>
                  <a:pt x="155448" y="1536192"/>
                  <a:pt x="146304" y="1517904"/>
                  <a:pt x="137160" y="1508760"/>
                </a:cubicBezTo>
                <a:lnTo>
                  <a:pt x="155448" y="1499616"/>
                </a:lnTo>
                <a:cubicBezTo>
                  <a:pt x="164592" y="1508760"/>
                  <a:pt x="173736" y="1517904"/>
                  <a:pt x="182880" y="1527048"/>
                </a:cubicBezTo>
                <a:lnTo>
                  <a:pt x="155448" y="1545336"/>
                </a:lnTo>
                <a:moveTo>
                  <a:pt x="1865376" y="1508760"/>
                </a:moveTo>
                <a:cubicBezTo>
                  <a:pt x="1865376" y="1517904"/>
                  <a:pt x="1856232" y="1536192"/>
                  <a:pt x="1847088" y="1545336"/>
                </a:cubicBezTo>
                <a:lnTo>
                  <a:pt x="1828800" y="1527048"/>
                </a:lnTo>
                <a:cubicBezTo>
                  <a:pt x="1837944" y="1517904"/>
                  <a:pt x="1837944" y="1508760"/>
                  <a:pt x="1847088" y="1499616"/>
                </a:cubicBezTo>
                <a:lnTo>
                  <a:pt x="1865376" y="1508760"/>
                </a:lnTo>
                <a:moveTo>
                  <a:pt x="201168" y="1609344"/>
                </a:moveTo>
                <a:cubicBezTo>
                  <a:pt x="192024" y="1600200"/>
                  <a:pt x="192024" y="1591056"/>
                  <a:pt x="182880" y="1572768"/>
                </a:cubicBezTo>
                <a:lnTo>
                  <a:pt x="201168" y="1563624"/>
                </a:lnTo>
                <a:cubicBezTo>
                  <a:pt x="210312" y="1572768"/>
                  <a:pt x="219456" y="1581912"/>
                  <a:pt x="219456" y="1591056"/>
                </a:cubicBezTo>
                <a:lnTo>
                  <a:pt x="201168" y="1609344"/>
                </a:lnTo>
                <a:moveTo>
                  <a:pt x="1828800" y="1572768"/>
                </a:moveTo>
                <a:cubicBezTo>
                  <a:pt x="1819656" y="1591056"/>
                  <a:pt x="1810512" y="1600200"/>
                  <a:pt x="1801368" y="1609344"/>
                </a:cubicBezTo>
                <a:lnTo>
                  <a:pt x="1783080" y="1591056"/>
                </a:lnTo>
                <a:cubicBezTo>
                  <a:pt x="1792224" y="1581912"/>
                  <a:pt x="1801368" y="1572768"/>
                  <a:pt x="1801368" y="1563624"/>
                </a:cubicBezTo>
                <a:lnTo>
                  <a:pt x="1828800" y="1572768"/>
                </a:lnTo>
                <a:moveTo>
                  <a:pt x="1783080" y="1636776"/>
                </a:moveTo>
                <a:cubicBezTo>
                  <a:pt x="1773936" y="1645920"/>
                  <a:pt x="1764792" y="1664208"/>
                  <a:pt x="1755648" y="1673352"/>
                </a:cubicBezTo>
                <a:lnTo>
                  <a:pt x="1737360" y="1655064"/>
                </a:lnTo>
                <a:cubicBezTo>
                  <a:pt x="1746504" y="1645920"/>
                  <a:pt x="1755648" y="1636776"/>
                  <a:pt x="1755648" y="1627632"/>
                </a:cubicBezTo>
                <a:lnTo>
                  <a:pt x="1783080" y="1636776"/>
                </a:lnTo>
                <a:moveTo>
                  <a:pt x="256032" y="1673352"/>
                </a:moveTo>
                <a:cubicBezTo>
                  <a:pt x="246888" y="1664208"/>
                  <a:pt x="237744" y="1645920"/>
                  <a:pt x="228600" y="1636776"/>
                </a:cubicBezTo>
                <a:lnTo>
                  <a:pt x="246888" y="1627632"/>
                </a:lnTo>
                <a:cubicBezTo>
                  <a:pt x="256032" y="1636776"/>
                  <a:pt x="265176" y="1645920"/>
                  <a:pt x="274320" y="1655064"/>
                </a:cubicBezTo>
                <a:lnTo>
                  <a:pt x="256032" y="1673352"/>
                </a:lnTo>
                <a:moveTo>
                  <a:pt x="1728216" y="1700784"/>
                </a:moveTo>
                <a:cubicBezTo>
                  <a:pt x="1719072" y="1709928"/>
                  <a:pt x="1709928" y="1719072"/>
                  <a:pt x="1700784" y="1728216"/>
                </a:cubicBezTo>
                <a:lnTo>
                  <a:pt x="1682496" y="1709928"/>
                </a:lnTo>
                <a:cubicBezTo>
                  <a:pt x="1691640" y="1700784"/>
                  <a:pt x="1700784" y="1691640"/>
                  <a:pt x="1709928" y="1682496"/>
                </a:cubicBezTo>
                <a:lnTo>
                  <a:pt x="1728216" y="1700784"/>
                </a:lnTo>
                <a:moveTo>
                  <a:pt x="310896" y="1728216"/>
                </a:moveTo>
                <a:cubicBezTo>
                  <a:pt x="301752" y="1719072"/>
                  <a:pt x="292608" y="1709928"/>
                  <a:pt x="283464" y="1700784"/>
                </a:cubicBezTo>
                <a:lnTo>
                  <a:pt x="301752" y="1682496"/>
                </a:lnTo>
                <a:cubicBezTo>
                  <a:pt x="310896" y="1691640"/>
                  <a:pt x="320040" y="1700784"/>
                  <a:pt x="329184" y="1709928"/>
                </a:cubicBezTo>
                <a:lnTo>
                  <a:pt x="310896" y="1728216"/>
                </a:lnTo>
                <a:moveTo>
                  <a:pt x="365760" y="1783080"/>
                </a:moveTo>
                <a:cubicBezTo>
                  <a:pt x="356616" y="1773936"/>
                  <a:pt x="347472" y="1764792"/>
                  <a:pt x="338328" y="1755648"/>
                </a:cubicBezTo>
                <a:lnTo>
                  <a:pt x="356616" y="1737360"/>
                </a:lnTo>
                <a:cubicBezTo>
                  <a:pt x="365760" y="1746504"/>
                  <a:pt x="374904" y="1755648"/>
                  <a:pt x="384048" y="1755648"/>
                </a:cubicBezTo>
                <a:lnTo>
                  <a:pt x="365760" y="1783080"/>
                </a:lnTo>
                <a:moveTo>
                  <a:pt x="1673352" y="1755648"/>
                </a:moveTo>
                <a:cubicBezTo>
                  <a:pt x="1664208" y="1764792"/>
                  <a:pt x="1645920" y="1773936"/>
                  <a:pt x="1636776" y="1783080"/>
                </a:cubicBezTo>
                <a:lnTo>
                  <a:pt x="1627632" y="1755648"/>
                </a:lnTo>
                <a:cubicBezTo>
                  <a:pt x="1636776" y="1755648"/>
                  <a:pt x="1645920" y="1746504"/>
                  <a:pt x="1655064" y="1737360"/>
                </a:cubicBezTo>
                <a:lnTo>
                  <a:pt x="1673352" y="1755648"/>
                </a:lnTo>
                <a:moveTo>
                  <a:pt x="429768" y="1828800"/>
                </a:moveTo>
                <a:cubicBezTo>
                  <a:pt x="420624" y="1819656"/>
                  <a:pt x="411480" y="1810512"/>
                  <a:pt x="393192" y="1801368"/>
                </a:cubicBezTo>
                <a:lnTo>
                  <a:pt x="411480" y="1783080"/>
                </a:lnTo>
                <a:cubicBezTo>
                  <a:pt x="420624" y="1792224"/>
                  <a:pt x="429768" y="1801368"/>
                  <a:pt x="448056" y="1801368"/>
                </a:cubicBezTo>
                <a:lnTo>
                  <a:pt x="429768" y="1828800"/>
                </a:lnTo>
                <a:moveTo>
                  <a:pt x="1609344" y="1801368"/>
                </a:moveTo>
                <a:cubicBezTo>
                  <a:pt x="1600200" y="1810512"/>
                  <a:pt x="1591056" y="1819656"/>
                  <a:pt x="1572768" y="1828800"/>
                </a:cubicBezTo>
                <a:lnTo>
                  <a:pt x="1563624" y="1801368"/>
                </a:lnTo>
                <a:cubicBezTo>
                  <a:pt x="1572768" y="1801368"/>
                  <a:pt x="1581912" y="1792224"/>
                  <a:pt x="1591056" y="1783080"/>
                </a:cubicBezTo>
                <a:lnTo>
                  <a:pt x="1609344" y="1801368"/>
                </a:lnTo>
                <a:moveTo>
                  <a:pt x="493776" y="1865376"/>
                </a:moveTo>
                <a:cubicBezTo>
                  <a:pt x="484632" y="1865376"/>
                  <a:pt x="475488" y="1856232"/>
                  <a:pt x="466344" y="1847088"/>
                </a:cubicBezTo>
                <a:lnTo>
                  <a:pt x="475488" y="1828800"/>
                </a:lnTo>
                <a:cubicBezTo>
                  <a:pt x="484632" y="1837944"/>
                  <a:pt x="493776" y="1837944"/>
                  <a:pt x="512064" y="1847088"/>
                </a:cubicBezTo>
                <a:lnTo>
                  <a:pt x="493776" y="1865376"/>
                </a:lnTo>
                <a:moveTo>
                  <a:pt x="1545336" y="1847088"/>
                </a:moveTo>
                <a:cubicBezTo>
                  <a:pt x="1536192" y="1856232"/>
                  <a:pt x="1517904" y="1865376"/>
                  <a:pt x="1508760" y="1865376"/>
                </a:cubicBezTo>
                <a:lnTo>
                  <a:pt x="1499616" y="1847088"/>
                </a:lnTo>
                <a:cubicBezTo>
                  <a:pt x="1508760" y="1837944"/>
                  <a:pt x="1517904" y="1837944"/>
                  <a:pt x="1527048" y="1828800"/>
                </a:cubicBezTo>
                <a:lnTo>
                  <a:pt x="1545336" y="1847088"/>
                </a:lnTo>
                <a:moveTo>
                  <a:pt x="566928" y="1901952"/>
                </a:moveTo>
                <a:cubicBezTo>
                  <a:pt x="557784" y="1901952"/>
                  <a:pt x="539496" y="1892808"/>
                  <a:pt x="530352" y="1892808"/>
                </a:cubicBezTo>
                <a:lnTo>
                  <a:pt x="539496" y="1865376"/>
                </a:lnTo>
                <a:cubicBezTo>
                  <a:pt x="557784" y="1874520"/>
                  <a:pt x="566928" y="1874520"/>
                  <a:pt x="576072" y="1883664"/>
                </a:cubicBezTo>
                <a:lnTo>
                  <a:pt x="566928" y="1901952"/>
                </a:lnTo>
                <a:moveTo>
                  <a:pt x="1472184" y="1892808"/>
                </a:moveTo>
                <a:cubicBezTo>
                  <a:pt x="1463040" y="1892808"/>
                  <a:pt x="1453896" y="1901952"/>
                  <a:pt x="1444752" y="1901952"/>
                </a:cubicBezTo>
                <a:lnTo>
                  <a:pt x="1426464" y="1883664"/>
                </a:lnTo>
                <a:cubicBezTo>
                  <a:pt x="1444752" y="1874520"/>
                  <a:pt x="1453896" y="1874520"/>
                  <a:pt x="1463040" y="1865376"/>
                </a:cubicBezTo>
                <a:lnTo>
                  <a:pt x="1472184" y="1892808"/>
                </a:lnTo>
                <a:moveTo>
                  <a:pt x="640080" y="1938528"/>
                </a:moveTo>
                <a:cubicBezTo>
                  <a:pt x="621792" y="1929384"/>
                  <a:pt x="612648" y="1929384"/>
                  <a:pt x="603504" y="1920240"/>
                </a:cubicBezTo>
                <a:lnTo>
                  <a:pt x="612648" y="1901952"/>
                </a:lnTo>
                <a:cubicBezTo>
                  <a:pt x="621792" y="1901952"/>
                  <a:pt x="630936" y="1911096"/>
                  <a:pt x="649224" y="1911096"/>
                </a:cubicBezTo>
                <a:lnTo>
                  <a:pt x="640080" y="1938528"/>
                </a:lnTo>
                <a:moveTo>
                  <a:pt x="1408176" y="1920240"/>
                </a:moveTo>
                <a:cubicBezTo>
                  <a:pt x="1389888" y="1929384"/>
                  <a:pt x="1380744" y="1929384"/>
                  <a:pt x="1371600" y="1938528"/>
                </a:cubicBezTo>
                <a:lnTo>
                  <a:pt x="1362456" y="1911096"/>
                </a:lnTo>
                <a:cubicBezTo>
                  <a:pt x="1371600" y="1911096"/>
                  <a:pt x="1380744" y="1901952"/>
                  <a:pt x="1399032" y="1901952"/>
                </a:cubicBezTo>
                <a:lnTo>
                  <a:pt x="1408176" y="1920240"/>
                </a:lnTo>
                <a:moveTo>
                  <a:pt x="713232" y="1965960"/>
                </a:moveTo>
                <a:cubicBezTo>
                  <a:pt x="694944" y="1956816"/>
                  <a:pt x="685800" y="1956816"/>
                  <a:pt x="676656" y="1947672"/>
                </a:cubicBezTo>
                <a:lnTo>
                  <a:pt x="685800" y="1929384"/>
                </a:lnTo>
                <a:cubicBezTo>
                  <a:pt x="694944" y="1929384"/>
                  <a:pt x="704088" y="1938528"/>
                  <a:pt x="722376" y="1938528"/>
                </a:cubicBezTo>
                <a:lnTo>
                  <a:pt x="713232" y="1965960"/>
                </a:lnTo>
                <a:moveTo>
                  <a:pt x="1335024" y="1947672"/>
                </a:moveTo>
                <a:cubicBezTo>
                  <a:pt x="1316736" y="1956816"/>
                  <a:pt x="1307592" y="1956816"/>
                  <a:pt x="1298448" y="1965960"/>
                </a:cubicBezTo>
                <a:lnTo>
                  <a:pt x="1289304" y="1938528"/>
                </a:lnTo>
                <a:cubicBezTo>
                  <a:pt x="1298448" y="1938528"/>
                  <a:pt x="1307592" y="1929384"/>
                  <a:pt x="1325880" y="1929384"/>
                </a:cubicBezTo>
                <a:lnTo>
                  <a:pt x="1335024" y="1947672"/>
                </a:lnTo>
                <a:moveTo>
                  <a:pt x="786384" y="1984248"/>
                </a:moveTo>
                <a:cubicBezTo>
                  <a:pt x="777240" y="1984248"/>
                  <a:pt x="758952" y="1975104"/>
                  <a:pt x="749808" y="1975104"/>
                </a:cubicBezTo>
                <a:lnTo>
                  <a:pt x="758952" y="1947672"/>
                </a:lnTo>
                <a:cubicBezTo>
                  <a:pt x="768096" y="1956816"/>
                  <a:pt x="777240" y="1956816"/>
                  <a:pt x="795528" y="1956816"/>
                </a:cubicBezTo>
                <a:lnTo>
                  <a:pt x="786384" y="1984248"/>
                </a:lnTo>
                <a:moveTo>
                  <a:pt x="1252728" y="1975104"/>
                </a:moveTo>
                <a:cubicBezTo>
                  <a:pt x="1243584" y="1975104"/>
                  <a:pt x="1234440" y="1984248"/>
                  <a:pt x="1216152" y="1984248"/>
                </a:cubicBezTo>
                <a:lnTo>
                  <a:pt x="1216152" y="1956816"/>
                </a:lnTo>
                <a:cubicBezTo>
                  <a:pt x="1225296" y="1956816"/>
                  <a:pt x="1234440" y="1956816"/>
                  <a:pt x="1252728" y="1947672"/>
                </a:cubicBezTo>
                <a:lnTo>
                  <a:pt x="1252728" y="1975104"/>
                </a:lnTo>
                <a:moveTo>
                  <a:pt x="868680" y="1993392"/>
                </a:moveTo>
                <a:cubicBezTo>
                  <a:pt x="850392" y="1993392"/>
                  <a:pt x="841248" y="1993392"/>
                  <a:pt x="822960" y="1993392"/>
                </a:cubicBezTo>
                <a:lnTo>
                  <a:pt x="832104" y="1965960"/>
                </a:lnTo>
                <a:cubicBezTo>
                  <a:pt x="841248" y="1965960"/>
                  <a:pt x="859536" y="1965960"/>
                  <a:pt x="868680" y="1975104"/>
                </a:cubicBezTo>
                <a:lnTo>
                  <a:pt x="868680" y="1993392"/>
                </a:lnTo>
                <a:moveTo>
                  <a:pt x="1179576" y="1993392"/>
                </a:moveTo>
                <a:cubicBezTo>
                  <a:pt x="1170432" y="1993392"/>
                  <a:pt x="1152144" y="1993392"/>
                  <a:pt x="1143000" y="1993392"/>
                </a:cubicBezTo>
                <a:lnTo>
                  <a:pt x="1133856" y="1975104"/>
                </a:lnTo>
                <a:cubicBezTo>
                  <a:pt x="1152144" y="1965960"/>
                  <a:pt x="1161288" y="1965960"/>
                  <a:pt x="1179576" y="1965960"/>
                </a:cubicBezTo>
                <a:lnTo>
                  <a:pt x="1179576" y="1993392"/>
                </a:lnTo>
                <a:moveTo>
                  <a:pt x="941832" y="2002536"/>
                </a:moveTo>
                <a:cubicBezTo>
                  <a:pt x="932688" y="2002536"/>
                  <a:pt x="914400" y="2002536"/>
                  <a:pt x="905256" y="2002536"/>
                </a:cubicBezTo>
                <a:lnTo>
                  <a:pt x="905256" y="1975104"/>
                </a:lnTo>
                <a:cubicBezTo>
                  <a:pt x="923544" y="1975104"/>
                  <a:pt x="932688" y="1975104"/>
                  <a:pt x="941832" y="1975104"/>
                </a:cubicBezTo>
                <a:lnTo>
                  <a:pt x="941832" y="2002536"/>
                </a:lnTo>
                <a:moveTo>
                  <a:pt x="1097280" y="2002536"/>
                </a:moveTo>
                <a:cubicBezTo>
                  <a:pt x="1088136" y="2002536"/>
                  <a:pt x="1078992" y="2002536"/>
                  <a:pt x="1060704" y="2002536"/>
                </a:cubicBezTo>
                <a:lnTo>
                  <a:pt x="1060704" y="1975104"/>
                </a:lnTo>
                <a:cubicBezTo>
                  <a:pt x="1069848" y="1975104"/>
                  <a:pt x="1088136" y="1975104"/>
                  <a:pt x="1097280" y="1975104"/>
                </a:cubicBezTo>
                <a:lnTo>
                  <a:pt x="1097280" y="2002536"/>
                </a:lnTo>
                <a:moveTo>
                  <a:pt x="1005840" y="2002536"/>
                </a:moveTo>
                <a:cubicBezTo>
                  <a:pt x="996696" y="2002536"/>
                  <a:pt x="987552" y="2002536"/>
                  <a:pt x="987552" y="2002536"/>
                </a:cubicBezTo>
                <a:lnTo>
                  <a:pt x="987552" y="1984248"/>
                </a:lnTo>
                <a:cubicBezTo>
                  <a:pt x="987552" y="1984248"/>
                  <a:pt x="996696" y="1984248"/>
                  <a:pt x="1005840" y="1984248"/>
                </a:cubicBezTo>
                <a:cubicBezTo>
                  <a:pt x="1005840" y="1984248"/>
                  <a:pt x="1014984" y="1984248"/>
                  <a:pt x="1024128" y="1984248"/>
                </a:cubicBezTo>
                <a:lnTo>
                  <a:pt x="1024128" y="2002536"/>
                </a:lnTo>
                <a:cubicBezTo>
                  <a:pt x="1014984" y="2002536"/>
                  <a:pt x="1005840" y="2002536"/>
                  <a:pt x="1005840" y="2002536"/>
                </a:cubicBezTo>
              </a:path>
            </a:pathLst>
          </a:custGeom>
          <a:solidFill>
            <a:schemeClr val="accent2"/>
          </a:solidFill>
        </p:spPr>
        <p:txBody>
          <a:bodyPr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矩形 2"/>
          <p:cNvSpPr/>
          <p:nvPr>
            <p:custDataLst>
              <p:tags r:id="rId12"/>
            </p:custDataLst>
          </p:nvPr>
        </p:nvSpPr>
        <p:spPr>
          <a:xfrm>
            <a:off x="8446135" y="1948815"/>
            <a:ext cx="3422650" cy="9721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Develop a user-friendly interface for healthcare professionals to facilitate model accessibility and usability.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6" name="矩形 4"/>
          <p:cNvSpPr/>
          <p:nvPr>
            <p:custDataLst>
              <p:tags r:id="rId13"/>
            </p:custDataLst>
          </p:nvPr>
        </p:nvSpPr>
        <p:spPr>
          <a:xfrm>
            <a:off x="8450580" y="1422083"/>
            <a:ext cx="2722396" cy="4206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3"/>
                </a:solidFill>
                <a:latin typeface="+mn-lt"/>
              </a:rPr>
              <a:t>3. Clinical Integration</a:t>
            </a:r>
            <a:endParaRPr lang="en-US" b="1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7" name="矩形 5"/>
          <p:cNvSpPr/>
          <p:nvPr>
            <p:custDataLst>
              <p:tags r:id="rId14"/>
            </p:custDataLst>
          </p:nvPr>
        </p:nvSpPr>
        <p:spPr>
          <a:xfrm>
            <a:off x="8387715" y="3642360"/>
            <a:ext cx="3291840" cy="9721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Ensure adherence to ethical standards and regulatory requirements regarding patient data privacy and security.</a:t>
            </a:r>
            <a:endParaRPr lang="en-US" sz="13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矩形 6"/>
          <p:cNvSpPr/>
          <p:nvPr>
            <p:custDataLst>
              <p:tags r:id="rId15"/>
            </p:custDataLst>
          </p:nvPr>
        </p:nvSpPr>
        <p:spPr>
          <a:xfrm>
            <a:off x="8450580" y="3086418"/>
            <a:ext cx="2722396" cy="4206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accent1"/>
                </a:solidFill>
                <a:latin typeface="+mn-lt"/>
              </a:rPr>
              <a:t>4. Ethical Compliance</a:t>
            </a:r>
            <a:endParaRPr lang="en-US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0" name="矩形 7"/>
          <p:cNvSpPr/>
          <p:nvPr>
            <p:custDataLst>
              <p:tags r:id="rId16"/>
            </p:custDataLst>
          </p:nvPr>
        </p:nvSpPr>
        <p:spPr>
          <a:xfrm>
            <a:off x="982980" y="2326005"/>
            <a:ext cx="2766695" cy="9721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Collect a comprehensive dataset of MRI images, ensuring diverse tumor types and cases.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1" name="矩形 9"/>
          <p:cNvSpPr/>
          <p:nvPr>
            <p:custDataLst>
              <p:tags r:id="rId17"/>
            </p:custDataLst>
          </p:nvPr>
        </p:nvSpPr>
        <p:spPr>
          <a:xfrm>
            <a:off x="988060" y="1974533"/>
            <a:ext cx="2722396" cy="4206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tx2"/>
                </a:solidFill>
                <a:sym typeface="+mn-ea"/>
              </a:rPr>
              <a:t>1. Data Collection</a:t>
            </a:r>
            <a:endParaRPr lang="en-US" b="1">
              <a:solidFill>
                <a:schemeClr val="tx2"/>
              </a:solidFill>
              <a:latin typeface="+mn-ea"/>
            </a:endParaRPr>
          </a:p>
          <a:p>
            <a:pPr algn="r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chemeClr val="tx2"/>
              </a:solidFill>
              <a:latin typeface="+mn-ea"/>
            </a:endParaRPr>
          </a:p>
        </p:txBody>
      </p:sp>
      <p:sp>
        <p:nvSpPr>
          <p:cNvPr id="12" name="矩形 10"/>
          <p:cNvSpPr/>
          <p:nvPr>
            <p:custDataLst>
              <p:tags r:id="rId18"/>
            </p:custDataLst>
          </p:nvPr>
        </p:nvSpPr>
        <p:spPr>
          <a:xfrm>
            <a:off x="397510" y="4414520"/>
            <a:ext cx="3453765" cy="9721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Implement preprocessing techniques including normalization, resizing and developing a robust CNN architecture tailored for effective brain tumor classification.</a:t>
            </a:r>
            <a:endParaRPr lang="en-US" sz="11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3" name="矩形 11"/>
          <p:cNvSpPr/>
          <p:nvPr>
            <p:custDataLst>
              <p:tags r:id="rId19"/>
            </p:custDataLst>
          </p:nvPr>
        </p:nvSpPr>
        <p:spPr>
          <a:xfrm>
            <a:off x="1187450" y="3713163"/>
            <a:ext cx="2722396" cy="4206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accent3"/>
                </a:solidFill>
                <a:latin typeface="+mn-lt"/>
              </a:rPr>
              <a:t>2. Data Preprocessing </a:t>
            </a:r>
            <a:endParaRPr lang="en-US" sz="1600" b="1">
              <a:solidFill>
                <a:schemeClr val="accent3"/>
              </a:solidFill>
              <a:latin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accent3"/>
                </a:solidFill>
                <a:latin typeface="+mn-lt"/>
              </a:rPr>
              <a:t>and Model Design</a:t>
            </a:r>
            <a:endParaRPr lang="en-US" sz="1600" b="1">
              <a:solidFill>
                <a:schemeClr val="accent3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Design and Architecture</a:t>
            </a:r>
            <a:endParaRPr lang="en-IN" dirty="0"/>
          </a:p>
        </p:txBody>
      </p:sp>
      <p:pic>
        <p:nvPicPr>
          <p:cNvPr id="7" name="Content Placeholder 6" descr="Screenshot (144)"/>
          <p:cNvPicPr>
            <a:picLocks noChangeAspect="1"/>
          </p:cNvPicPr>
          <p:nvPr>
            <p:ph idx="1"/>
          </p:nvPr>
        </p:nvPicPr>
        <p:blipFill>
          <a:blip r:embed="rId1"/>
          <a:srcRect l="16710" t="18270" r="17763" b="10676"/>
          <a:stretch>
            <a:fillRect/>
          </a:stretch>
        </p:blipFill>
        <p:spPr>
          <a:xfrm>
            <a:off x="2107565" y="1213485"/>
            <a:ext cx="7908925" cy="46755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Placeholder 5" descr="Screenshot (134)"/>
          <p:cNvPicPr>
            <a:picLocks noChangeAspect="1"/>
          </p:cNvPicPr>
          <p:nvPr>
            <p:ph type="pic" idx="2"/>
          </p:nvPr>
        </p:nvPicPr>
        <p:blipFill>
          <a:blip r:embed="rId1"/>
          <a:srcRect l="1806" t="32176" r="2700" b="10062"/>
          <a:stretch>
            <a:fillRect/>
          </a:stretch>
        </p:blipFill>
        <p:spPr>
          <a:xfrm>
            <a:off x="839470" y="2021840"/>
            <a:ext cx="10554335" cy="3827780"/>
          </a:xfrm>
          <a:prstGeom prst="rect">
            <a:avLst/>
          </a:prstGeom>
        </p:spPr>
      </p:pic>
      <p:sp>
        <p:nvSpPr>
          <p:cNvPr id="8" name="Text Placeholder 7"/>
          <p:cNvSpPr/>
          <p:nvPr>
            <p:ph type="body" idx="1"/>
          </p:nvPr>
        </p:nvSpPr>
        <p:spPr>
          <a:xfrm>
            <a:off x="746125" y="1143000"/>
            <a:ext cx="10849610" cy="835660"/>
          </a:xfrm>
        </p:spPr>
        <p:txBody>
          <a:bodyPr>
            <a:normAutofit fontScale="90000"/>
          </a:bodyPr>
          <a:p>
            <a:pPr marL="76200" indent="0">
              <a:buNone/>
            </a:pPr>
            <a:r>
              <a:rPr lang="en-IN" altLang="en-US" sz="2000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The chart shown below shows a brief description of the project within a stipulated period of time. It explains how the project is divided into sub-modules and then planned and executed as per the deadline.</a:t>
            </a:r>
            <a:endParaRPr lang="en-US" sz="2000"/>
          </a:p>
        </p:txBody>
      </p:sp>
      <p:sp>
        <p:nvSpPr>
          <p:cNvPr id="2" name="Text Box 1"/>
          <p:cNvSpPr txBox="1"/>
          <p:nvPr/>
        </p:nvSpPr>
        <p:spPr>
          <a:xfrm>
            <a:off x="12369800" y="27070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Expected Outcomes</a:t>
            </a:r>
            <a:r>
              <a:rPr lang="en-IN" altLang="en-GB" dirty="0"/>
              <a:t> and results...</a:t>
            </a:r>
            <a:endParaRPr lang="en-IN" altLang="en-GB" dirty="0"/>
          </a:p>
        </p:txBody>
      </p:sp>
      <p:graphicFrame>
        <p:nvGraphicFramePr>
          <p:cNvPr id="9" name="Diagram 8"/>
          <p:cNvGraphicFramePr/>
          <p:nvPr/>
        </p:nvGraphicFramePr>
        <p:xfrm>
          <a:off x="1870710" y="1086485"/>
          <a:ext cx="8128000" cy="4586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025" y="1126490"/>
            <a:ext cx="10896600" cy="49530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charset="0"/>
              <a:buChar char="ü"/>
            </a:pPr>
            <a:r>
              <a:rPr lang="en-GB" sz="1800" b="1"/>
              <a:t>High Accuracy:</a:t>
            </a:r>
            <a:r>
              <a:rPr lang="en-GB" sz="1800"/>
              <a:t> Deep learning-based models, especially CNNs, demonstrated a significant improvement in the accuracy of brain tumor detection and classification.</a:t>
            </a:r>
            <a:endParaRPr lang="en-GB" sz="1800"/>
          </a:p>
          <a:p>
            <a:pPr marL="0" indent="0">
              <a:buFont typeface="Wingdings" panose="05000000000000000000" charset="0"/>
              <a:buNone/>
            </a:pPr>
            <a:endParaRPr lang="en-GB" sz="1800"/>
          </a:p>
          <a:p>
            <a:pPr>
              <a:buFont typeface="Wingdings" panose="05000000000000000000" charset="0"/>
              <a:buChar char="ü"/>
            </a:pPr>
            <a:r>
              <a:rPr lang="en-GB" sz="1800" b="1"/>
              <a:t>Automation:</a:t>
            </a:r>
            <a:r>
              <a:rPr lang="en-GB" sz="1800"/>
              <a:t> The project successfully automates the tumor detection process, reducing the need for manual intervention and human error.</a:t>
            </a:r>
            <a:endParaRPr lang="en-GB" sz="1800"/>
          </a:p>
          <a:p>
            <a:pPr marL="0" indent="0">
              <a:buFont typeface="Wingdings" panose="05000000000000000000" charset="0"/>
              <a:buNone/>
            </a:pPr>
            <a:endParaRPr lang="en-GB" sz="1800"/>
          </a:p>
          <a:p>
            <a:pPr>
              <a:buFont typeface="Wingdings" panose="05000000000000000000" charset="0"/>
              <a:buChar char="ü"/>
            </a:pPr>
            <a:r>
              <a:rPr lang="en-GB" sz="1800" b="1"/>
              <a:t>Faster Diagnosis:</a:t>
            </a:r>
            <a:r>
              <a:rPr lang="en-GB" sz="1800"/>
              <a:t> The CNN models can analyze large datasets of medical images quickly, allowing for faster diagnosis in clinical settings.</a:t>
            </a:r>
            <a:endParaRPr lang="en-GB" sz="1800"/>
          </a:p>
          <a:p>
            <a:pPr marL="0" indent="0">
              <a:buFont typeface="Wingdings" panose="05000000000000000000" charset="0"/>
              <a:buNone/>
            </a:pPr>
            <a:endParaRPr lang="en-GB" sz="1800"/>
          </a:p>
          <a:p>
            <a:pPr>
              <a:buFont typeface="Wingdings" panose="05000000000000000000" charset="0"/>
              <a:buChar char="ü"/>
            </a:pPr>
            <a:r>
              <a:rPr lang="en-GB" sz="1800" b="1"/>
              <a:t>Improved Early Detection:</a:t>
            </a:r>
            <a:r>
              <a:rPr lang="en-GB" sz="1800"/>
              <a:t> The system aids in detecting tumors at early stages, which is crucial for better patient outcomes.</a:t>
            </a:r>
            <a:endParaRPr lang="en-GB" sz="1800"/>
          </a:p>
          <a:p>
            <a:pPr marL="0" indent="0">
              <a:buFont typeface="Wingdings" panose="05000000000000000000" charset="0"/>
              <a:buNone/>
            </a:pPr>
            <a:endParaRPr lang="en-GB" sz="1800"/>
          </a:p>
          <a:p>
            <a:pPr>
              <a:buFont typeface="Wingdings" panose="05000000000000000000" charset="0"/>
              <a:buChar char="ü"/>
            </a:pPr>
            <a:r>
              <a:rPr lang="en-GB" sz="1800" b="1"/>
              <a:t>Reduced Costs:</a:t>
            </a:r>
            <a:r>
              <a:rPr lang="en-GB" sz="1800"/>
              <a:t> By automating tumor detection, the project helps reduce healthcare costs and improves operational efficiency.</a:t>
            </a:r>
            <a:endParaRPr lang="en-GB" sz="1800"/>
          </a:p>
          <a:p>
            <a:pPr marL="0" indent="0">
              <a:buFont typeface="Wingdings" panose="05000000000000000000" charset="0"/>
              <a:buNone/>
            </a:pPr>
            <a:endParaRPr lang="en-GB" sz="1800"/>
          </a:p>
          <a:p>
            <a:pPr>
              <a:buFont typeface="Wingdings" panose="05000000000000000000" charset="0"/>
              <a:buChar char="ü"/>
            </a:pPr>
            <a:r>
              <a:rPr lang="en-GB" sz="1800" b="1"/>
              <a:t>Personalized Medicine:</a:t>
            </a:r>
            <a:r>
              <a:rPr lang="en-GB" sz="1800"/>
              <a:t> Accurate tumor segmentation supports personalized treatment planning, improving therapy outcomes.</a:t>
            </a:r>
            <a:endParaRPr lang="en-GB" sz="1800"/>
          </a:p>
          <a:p>
            <a:pPr>
              <a:buFont typeface="Wingdings" panose="05000000000000000000" charset="0"/>
              <a:buChar char="ü"/>
            </a:pPr>
            <a:endParaRPr lang="en-GB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515" y="1035685"/>
            <a:ext cx="10998200" cy="4953000"/>
          </a:xfrm>
        </p:spPr>
        <p:txBody>
          <a:bodyPr>
            <a:noAutofit/>
          </a:bodyPr>
          <a:lstStyle/>
          <a:p>
            <a:pPr marL="15240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https://www.nature.com/articles/s41598-024-52823-9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https://ieeexplore.ieee.org/document/8934561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https://www.researchgate.net/publication/368313790_Brain_Tumor_Detection_and_Classification_using_Intelligence_Techniques_An_Overview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https://bmcmedinformdecismak.biomedcentral.com/articles/10.1186/s12911-023-02114-6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https://aimspress.com/article/doi/10.3934/era.2023146?viewType=HTML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https://www.sciencedirect.com/science/article/pii/S277252862200022X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https://www.mdpi.com/2075-1729/13/7/1449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https://iopscience.iop.org/article/10.1088/1757-899X/771/1/012031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https://www.semanticscholar.org/paper/Brain-Tumor-Detection-Using-Convolutional-Neural-Hossain-Shishir/f89fe7d194c63a62b2cb76fac08ef525b483b964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https://insightsimaging.springeropen.com/articles/10.1186/s13244-020-00869-4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 (20)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2519680" y="1112520"/>
            <a:ext cx="6896735" cy="4905375"/>
          </a:xfrm>
          <a:prstGeom prst="rect">
            <a:avLst/>
          </a:prstGeom>
        </p:spPr>
      </p:pic>
      <p:sp>
        <p:nvSpPr>
          <p:cNvPr id="9" name="Title 3"/>
          <p:cNvSpPr>
            <a:spLocks noGrp="1"/>
          </p:cNvSpPr>
          <p:nvPr/>
        </p:nvSpPr>
        <p:spPr>
          <a:xfrm>
            <a:off x="762000" y="244793"/>
            <a:ext cx="106680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IN" altLang="en-GB"/>
              <a:t>Publication Certificates</a:t>
            </a:r>
            <a:endParaRPr lang="en-IN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225" y="274638"/>
            <a:ext cx="10668000" cy="487362"/>
          </a:xfrm>
        </p:spPr>
        <p:txBody>
          <a:bodyPr/>
          <a:p>
            <a:r>
              <a:rPr lang="en-IN" altLang="en-GB">
                <a:sym typeface="+mn-ea"/>
              </a:rPr>
              <a:t>Publication Certificates (</a:t>
            </a:r>
            <a:r>
              <a:rPr lang="en-IN" altLang="en-GB"/>
              <a:t>Cont....)</a:t>
            </a:r>
            <a:endParaRPr lang="en-IN" altLang="en-GB"/>
          </a:p>
        </p:txBody>
      </p:sp>
      <p:pic>
        <p:nvPicPr>
          <p:cNvPr id="6" name="Content Placeholder 5" descr="Screenshot (22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2285" y="1572260"/>
            <a:ext cx="5384165" cy="3834130"/>
          </a:xfrm>
          <a:prstGeom prst="rect">
            <a:avLst/>
          </a:prstGeom>
        </p:spPr>
      </p:pic>
      <p:pic>
        <p:nvPicPr>
          <p:cNvPr id="5" name="Content Placeholder 4" descr="Screenshot (2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41415" y="1572260"/>
            <a:ext cx="5415280" cy="38334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GB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GB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GB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56_3*l_h_i*1_1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418.1680478056116,&quot;left&quot;:45.60059330016611,&quot;top&quot;:0.8250030517578125,&quot;width&quot;:865.450073242187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]}"/>
</p:tagLst>
</file>

<file path=ppt/tags/tag2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diagram"/>
  <p:tag name="KSO_WM_TEMPLATE_INDEX" val="20238256"/>
  <p:tag name="KSO_WM_UNIT_LAYERLEVEL" val="1_1_1"/>
  <p:tag name="KSO_WM_TAG_VERSION" val="3.0"/>
  <p:tag name="KSO_WM_UNIT_VALUE" val="10"/>
  <p:tag name="KSO_WM_UNIT_TYPE" val="l_h_a"/>
  <p:tag name="KSO_WM_UNIT_ID" val="diagram20238256_3*l_h_a*1_1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18.1680478056116,&quot;left&quot;:45.60059330016611,&quot;top&quot;:0.8250030517578125,&quot;width&quot;:865.450073242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6_3*l_h_f*1_1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18.1680478056116,&quot;left&quot;:45.60059330016611,&quot;top&quot;:0.8250030517578125,&quot;width&quot;:865.450073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56_3*l_h_i*1_2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6"/>
  <p:tag name="KSO_WM_DIAGRAM_MIN_ITEMCNT" val="2"/>
  <p:tag name="KSO_WM_DIAGRAM_VIRTUALLY_FRAME" val="{&quot;height&quot;:418.1680478056116,&quot;left&quot;:45.60059330016611,&quot;top&quot;:0.8250030517578125,&quot;width&quot;:865.450073242187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]}"/>
</p:tagLst>
</file>

<file path=ppt/tags/tag5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diagram"/>
  <p:tag name="KSO_WM_TEMPLATE_INDEX" val="20238256"/>
  <p:tag name="KSO_WM_UNIT_LAYERLEVEL" val="1_1_1"/>
  <p:tag name="KSO_WM_TAG_VERSION" val="3.0"/>
  <p:tag name="KSO_WM_UNIT_VALUE" val="10"/>
  <p:tag name="KSO_WM_UNIT_TYPE" val="l_h_a"/>
  <p:tag name="KSO_WM_UNIT_ID" val="diagram20238256_3*l_h_a*1_2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18.1680478056116,&quot;left&quot;:45.60059330016611,&quot;top&quot;:0.8250030517578125,&quot;width&quot;:865.450073242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6_3*l_h_f*1_2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18.1680478056116,&quot;left&quot;:45.60059330016611,&quot;top&quot;:0.8250030517578125,&quot;width&quot;:865.450073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56_3*l_h_i*1_3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6"/>
  <p:tag name="KSO_WM_DIAGRAM_MIN_ITEMCNT" val="2"/>
  <p:tag name="KSO_WM_DIAGRAM_VIRTUALLY_FRAME" val="{&quot;height&quot;:418.1680478056116,&quot;left&quot;:45.60059330016611,&quot;top&quot;:0.8250030517578125,&quot;width&quot;:865.450073242187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diagram"/>
  <p:tag name="KSO_WM_TEMPLATE_INDEX" val="20238256"/>
  <p:tag name="KSO_WM_UNIT_LAYERLEVEL" val="1_1_1"/>
  <p:tag name="KSO_WM_TAG_VERSION" val="3.0"/>
  <p:tag name="KSO_WM_UNIT_VALUE" val="10"/>
  <p:tag name="KSO_WM_UNIT_TYPE" val="l_h_a"/>
  <p:tag name="KSO_WM_UNIT_ID" val="diagram20238256_3*l_h_a*1_3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18.1680478056116,&quot;left&quot;:45.60059330016611,&quot;top&quot;:0.8250030517578125,&quot;width&quot;:865.450073242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6_3*l_h_f*1_3_1"/>
  <p:tag name="KSO_WM_TEMPLATE_CATEGORY" val="diagram"/>
  <p:tag name="KSO_WM_TEMPLATE_INDEX" val="2023825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18.1680478056116,&quot;left&quot;:45.60059330016611,&quot;top&quot;:0.8250030517578125,&quot;width&quot;:865.450073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1"/>
  <p:tag name="KSO_WM_UNIT_ID" val="diagram20238220_5*n_h_i*1_2_1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2"/>
  <p:tag name="KSO_WM_UNIT_ID" val="diagram20238220_5*n_h_i*1_2_2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3"/>
  <p:tag name="KSO_WM_UNIT_ID" val="diagram20238220_5*n_h_i*1_2_3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220_5*n_h_a*1_1_1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PRESET_TEXT" val="Your title here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220_5*n_h_h_f*1_2_2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1"/>
  <p:tag name="KSO_WM_UNIT_ID" val="diagram20238220_5*n_h_h_i*1_2_2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2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220_5*n_h_h_f*1_2_1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5*n_h_h_i*1_2_1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1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8220_5*n_h_h_f*1_2_4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4_1"/>
  <p:tag name="KSO_WM_UNIT_ID" val="diagram20238220_5*n_h_h_i*1_2_4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4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5_1"/>
  <p:tag name="KSO_WM_UNIT_ID" val="diagram20238220_5*n_h_h_f*1_2_5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5_1"/>
  <p:tag name="KSO_WM_UNIT_ID" val="diagram20238220_5*n_h_h_i*1_2_5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5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8220_5*n_h_h_f*1_2_3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1"/>
  <p:tag name="KSO_WM_UNIT_ID" val="diagram20238220_5*n_h_h_i*1_2_3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3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6_1"/>
  <p:tag name="KSO_WM_UNIT_ID" val="diagram20238220_5*n_h_h_f*1_2_6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80003326656315,&quot;top&quot;:75.5250454735944,&quot;width&quot;:850.45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6_1"/>
  <p:tag name="KSO_WM_UNIT_ID" val="diagram20238220_5*n_h_h_i*1_2_6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6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gradient&quot;:[{&quot;brightness&quot;:0.800000011920929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8228_3*n_h_h_i*1_2_1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2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gradient&quot;:[{&quot;brightness&quot;:0.800000011920929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8228_3*n_h_h_i*1_2_2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2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gradient&quot;:[{&quot;brightness&quot;:0.800000011920929,&quot;colorType&quot;:1,&quot;foreColorIndex&quot;:6,&quot;pos&quot;:1,&quot;transparency&quot;:0},{&quot;brightness&quot;:0,&quot;colorType&quot;:1,&quot;foreColorIndex&quot;:6,&quot;pos&quot;:0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8228_3*n_h_h_i*1_2_3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2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gradient&quot;:[{&quot;brightness&quot;:0.800000011920929,&quot;colorType&quot;:1,&quot;foreColorIndex&quot;:6,&quot;pos&quot;:1,&quot;transparency&quot;:0},{&quot;brightness&quot;:0,&quot;colorType&quot;:1,&quot;foreColorIndex&quot;:6,&quot;pos&quot;:0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4_1"/>
  <p:tag name="KSO_WM_UNIT_ID" val="diagram20238228_3*n_h_h_i*1_2_4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3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solid&quot;:{&quot;brightness&quot;:0.800000011920929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8228_3*n_h_i*1_1_2"/>
  <p:tag name="KSO_WM_TEMPLATE_CATEGORY" val="diagram"/>
  <p:tag name="KSO_WM_TEMPLATE_INDEX" val="20238228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]}"/>
</p:tagLst>
</file>

<file path=ppt/tags/tag3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4_2"/>
  <p:tag name="KSO_WM_UNIT_ID" val="diagram20238228_3*n_h_h_i*1_2_4_2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3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gradient&quot;:[{&quot;brightness&quot;:0,&quot;colorType&quot;:1,&quot;foreColorIndex&quot;:7,&quot;pos&quot;:0,&quot;transparency&quot;:0},{&quot;brightness&quot;:0,&quot;colorType&quot;:1,&quot;foreColorIndex&quot;:6,&quot;pos&quot;:1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2"/>
  <p:tag name="KSO_WM_UNIT_ID" val="diagram20238228_3*n_h_h_i*1_2_3_2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3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2"/>
  <p:tag name="KSO_WM_UNIT_ID" val="diagram20238228_3*n_h_h_i*1_2_2_2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3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gradient&quot;:[{&quot;brightness&quot;:0,&quot;colorType&quot;:1,&quot;foreColorIndex&quot;:7,&quot;pos&quot;:0,&quot;transparency&quot;:0},{&quot;brightness&quot;:0,&quot;colorType&quot;:1,&quot;foreColorIndex&quot;:6,&quot;pos&quot;:1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238228_3*n_h_h_i*1_2_1_2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3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228_3*n_h_a*1_1_1"/>
  <p:tag name="KSO_WM_TEMPLATE_CATEGORY" val="diagram"/>
  <p:tag name="KSO_WM_TEMPLATE_INDEX" val="20238228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]}"/>
</p:tagLst>
</file>

<file path=ppt/tags/tag3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8228_3*n_h_i*1_1_1"/>
  <p:tag name="KSO_WM_TEMPLATE_CATEGORY" val="diagram"/>
  <p:tag name="KSO_WM_TEMPLATE_INDEX" val="20238228"/>
  <p:tag name="KSO_WM_UNIT_LAYERLEVEL" val="1_1_1"/>
  <p:tag name="KSO_WM_TAG_VERSION" val="3.0"/>
  <p:tag name="KSO_WM_BEAUTIFY_FLAG" val="#wm#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3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228_3*n_h_h_f*1_2_1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3"/>
  <p:tag name="KSO_WM_UNIT_ID" val="diagram20238228_3*n_h_h_i*1_2_1_3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01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228_3*n_h_h_f*1_2_2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3"/>
  <p:tag name="KSO_WM_UNIT_ID" val="diagram20238228_3*n_h_h_i*1_2_2_3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02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8228_3*n_h_h_f*1_2_4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4_3"/>
  <p:tag name="KSO_WM_UNIT_ID" val="diagram20238228_3*n_h_h_i*1_2_4_3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04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8228_3*n_h_h_f*1_2_3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67.7846374511719,&quot;left&quot;:31.3,&quot;top&quot;:76.91484662874473,&quot;width&quot;:903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3"/>
  <p:tag name="KSO_WM_UNIT_ID" val="diagram20238228_3*n_h_h_i*1_2_3_3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0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heme/theme1.xml><?xml version="1.0" encoding="utf-8"?>
<a:theme xmlns:a="http://schemas.openxmlformats.org/drawingml/2006/main" name="Bioinformatic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Bioinformatics</Template>
  <TotalTime>0</TotalTime>
  <Words>6865</Words>
  <Application>WPS Presentation</Application>
  <PresentationFormat>Widescreen</PresentationFormat>
  <Paragraphs>197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Verdana</vt:lpstr>
      <vt:lpstr>Verdana</vt:lpstr>
      <vt:lpstr>Cambria</vt:lpstr>
      <vt:lpstr>Arial</vt:lpstr>
      <vt:lpstr>Bookman Old Style</vt:lpstr>
      <vt:lpstr>Wingdings</vt:lpstr>
      <vt:lpstr>Times New Roman</vt:lpstr>
      <vt:lpstr>Comic Sans MS</vt:lpstr>
      <vt:lpstr>Microsoft YaHei</vt:lpstr>
      <vt:lpstr>Arial Unicode MS</vt:lpstr>
      <vt:lpstr>Calibri</vt:lpstr>
      <vt:lpstr>Bioinformatics</vt:lpstr>
      <vt:lpstr>BRAIN TUMOUR DETECTION USING DEEP LEARNING</vt:lpstr>
      <vt:lpstr>Introduction</vt:lpstr>
      <vt:lpstr>Literature Review</vt:lpstr>
      <vt:lpstr>Literature Review (Continuation)</vt:lpstr>
      <vt:lpstr>Proposed Methods</vt:lpstr>
      <vt:lpstr>Methodology/Modules</vt:lpstr>
      <vt:lpstr>Objectives</vt:lpstr>
      <vt:lpstr>Architecture</vt:lpstr>
      <vt:lpstr>Timeline of the Project</vt:lpstr>
      <vt:lpstr>Expected Outcomes</vt:lpstr>
      <vt:lpstr>Conclusion</vt:lpstr>
      <vt:lpstr>References</vt:lpstr>
      <vt:lpstr>Cont...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Sanjeev P Kaulgud-Asst. Prof-CSE</dc:creator>
  <cp:lastModifiedBy>Seetha Tanuja</cp:lastModifiedBy>
  <cp:revision>22</cp:revision>
  <dcterms:created xsi:type="dcterms:W3CDTF">2023-03-16T03:26:00Z</dcterms:created>
  <dcterms:modified xsi:type="dcterms:W3CDTF">2025-01-22T05:20:52Z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37A4250534834F988D44777C5B7DC4C3_13</vt:lpwstr>
  </property>
  <property fmtid="{D5CDD505-2E9C-101B-9397-08002B2CF9AE}" pid="3" name="KSOProductBuildVer">
    <vt:lpwstr>2057-12.2.0.18639</vt:lpwstr>
  </property>
</Properties>
</file>